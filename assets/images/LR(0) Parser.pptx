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diagrams/layout1.xml" ContentType="application/vnd.openxmlformats-officedocument.drawingml.diagramLayout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slides/slide3.xml" ContentType="application/vnd.openxmlformats-officedocument.presentationml.slide+xml"/>
  <Override PartName="/ppt/diagrams/layout2.xml" ContentType="application/vnd.openxmlformats-officedocument.drawingml.diagramLayout+xml"/>
  <Override PartName="/ppt/diagrams/data2.xml" ContentType="application/vnd.openxmlformats-officedocument.drawingml.diagramData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slides/slide4.xml" ContentType="application/vnd.openxmlformats-officedocument.presentationml.slide+xml"/>
  <Override PartName="/ppt/diagrams/layout3.xml" ContentType="application/vnd.openxmlformats-officedocument.drawingml.diagramLayout+xml"/>
  <Override PartName="/ppt/diagrams/data3.xml" ContentType="application/vnd.openxmlformats-officedocument.drawingml.diagramData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slides/slide5.xml" ContentType="application/vnd.openxmlformats-officedocument.presentationml.slide+xml"/>
  <Override PartName="/ppt/diagrams/layout4.xml" ContentType="application/vnd.openxmlformats-officedocument.drawingml.diagramLayout+xml"/>
  <Override PartName="/ppt/diagrams/data4.xml" ContentType="application/vnd.openxmlformats-officedocument.drawingml.diagramData+xml"/>
  <Override PartName="/ppt/diagrams/drawing4.xml" ContentType="application/vnd.ms-office.drawingml.diagramDrawing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slides/slide6.xml" ContentType="application/vnd.openxmlformats-officedocument.presentationml.slide+xml"/>
  <Override PartName="/ppt/diagrams/layout5.xml" ContentType="application/vnd.openxmlformats-officedocument.drawingml.diagramLayout+xml"/>
  <Override PartName="/ppt/diagrams/data5.xml" ContentType="application/vnd.openxmlformats-officedocument.drawingml.diagramData+xml"/>
  <Override PartName="/ppt/diagrams/drawing5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slides/slide7.xml" ContentType="application/vnd.openxmlformats-officedocument.presentationml.slide+xml"/>
  <Override PartName="/ppt/diagrams/layout6.xml" ContentType="application/vnd.openxmlformats-officedocument.drawingml.diagramLayout+xml"/>
  <Override PartName="/ppt/diagrams/data6.xml" ContentType="application/vnd.openxmlformats-officedocument.drawingml.diagramData+xml"/>
  <Override PartName="/ppt/diagrams/drawing6.xml" ContentType="application/vnd.ms-office.drawingml.diagramDrawing+xml"/>
  <Override PartName="/ppt/diagrams/colors6.xml" ContentType="application/vnd.openxmlformats-officedocument.drawingml.diagramColors+xml"/>
  <Override PartName="/ppt/diagrams/quickStyle6.xml" ContentType="application/vnd.openxmlformats-officedocument.drawingml.diagramStyl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7EE880-E079-4552-8380-77C516D12E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E27D8E-14DF-4774-8834-FEF3ABF06CCE}">
      <dgm:prSet/>
      <dgm:spPr/>
      <dgm:t>
        <a:bodyPr/>
        <a:lstStyle/>
        <a:p>
          <a:r>
            <a:rPr lang="en-US"/>
            <a:t>LR(0) stands for:</a:t>
          </a:r>
        </a:p>
      </dgm:t>
    </dgm:pt>
    <dgm:pt modelId="{3E35B107-1B17-4DDF-BE1B-27C43AB55724}" type="parTrans" cxnId="{A74A106B-9C6E-47A9-880F-46DD979EB338}">
      <dgm:prSet/>
      <dgm:spPr/>
      <dgm:t>
        <a:bodyPr/>
        <a:lstStyle/>
        <a:p>
          <a:endParaRPr lang="en-US"/>
        </a:p>
      </dgm:t>
    </dgm:pt>
    <dgm:pt modelId="{449115DC-9184-492B-B511-B790C67884D8}" type="sibTrans" cxnId="{A74A106B-9C6E-47A9-880F-46DD979EB338}">
      <dgm:prSet/>
      <dgm:spPr/>
      <dgm:t>
        <a:bodyPr/>
        <a:lstStyle/>
        <a:p>
          <a:endParaRPr lang="en-US"/>
        </a:p>
      </dgm:t>
    </dgm:pt>
    <dgm:pt modelId="{84D0DC83-4001-40C9-B564-A929AC3365BB}">
      <dgm:prSet/>
      <dgm:spPr/>
      <dgm:t>
        <a:bodyPr/>
        <a:lstStyle/>
        <a:p>
          <a:r>
            <a:rPr lang="en-US"/>
            <a:t>L: Left-to-right scanning</a:t>
          </a:r>
        </a:p>
      </dgm:t>
    </dgm:pt>
    <dgm:pt modelId="{058F2CDA-4E3D-4CC4-83EB-F36BD4FD0E34}" type="parTrans" cxnId="{955C9F30-5251-4C84-AE42-6709EA6399B7}">
      <dgm:prSet/>
      <dgm:spPr/>
      <dgm:t>
        <a:bodyPr/>
        <a:lstStyle/>
        <a:p>
          <a:endParaRPr lang="en-US"/>
        </a:p>
      </dgm:t>
    </dgm:pt>
    <dgm:pt modelId="{9B97B518-5E48-4998-A71B-B5AC57A324BE}" type="sibTrans" cxnId="{955C9F30-5251-4C84-AE42-6709EA6399B7}">
      <dgm:prSet/>
      <dgm:spPr/>
      <dgm:t>
        <a:bodyPr/>
        <a:lstStyle/>
        <a:p>
          <a:endParaRPr lang="en-US"/>
        </a:p>
      </dgm:t>
    </dgm:pt>
    <dgm:pt modelId="{FD81E873-5473-440C-A389-B8C23287B38C}">
      <dgm:prSet/>
      <dgm:spPr/>
      <dgm:t>
        <a:bodyPr/>
        <a:lstStyle/>
        <a:p>
          <a:r>
            <a:rPr lang="en-US"/>
            <a:t>R: Rightmost derivation (in reverse)</a:t>
          </a:r>
        </a:p>
      </dgm:t>
    </dgm:pt>
    <dgm:pt modelId="{A1E7AC65-FF27-4051-BC80-90EC9FDCF362}" type="parTrans" cxnId="{CC50B6B7-930C-4008-8B86-E1BA68DBFABC}">
      <dgm:prSet/>
      <dgm:spPr/>
      <dgm:t>
        <a:bodyPr/>
        <a:lstStyle/>
        <a:p>
          <a:endParaRPr lang="en-US"/>
        </a:p>
      </dgm:t>
    </dgm:pt>
    <dgm:pt modelId="{58CD36F1-7320-42B5-8990-3B97F208936F}" type="sibTrans" cxnId="{CC50B6B7-930C-4008-8B86-E1BA68DBFABC}">
      <dgm:prSet/>
      <dgm:spPr/>
      <dgm:t>
        <a:bodyPr/>
        <a:lstStyle/>
        <a:p>
          <a:endParaRPr lang="en-US"/>
        </a:p>
      </dgm:t>
    </dgm:pt>
    <dgm:pt modelId="{044E36FB-B5DE-4257-A917-4CB202D060C8}">
      <dgm:prSet/>
      <dgm:spPr/>
      <dgm:t>
        <a:bodyPr/>
        <a:lstStyle/>
        <a:p>
          <a:r>
            <a:rPr lang="en-US"/>
            <a:t>0: Zero lookahead</a:t>
          </a:r>
        </a:p>
      </dgm:t>
    </dgm:pt>
    <dgm:pt modelId="{58C474E2-11E0-4955-A572-9701A6940EE5}" type="parTrans" cxnId="{5D5E45D3-0EA0-47D5-89B4-3D4CE5FC2D8C}">
      <dgm:prSet/>
      <dgm:spPr/>
      <dgm:t>
        <a:bodyPr/>
        <a:lstStyle/>
        <a:p>
          <a:endParaRPr lang="en-US"/>
        </a:p>
      </dgm:t>
    </dgm:pt>
    <dgm:pt modelId="{A9942407-2F16-43D6-9A45-DE8B19217B5C}" type="sibTrans" cxnId="{5D5E45D3-0EA0-47D5-89B4-3D4CE5FC2D8C}">
      <dgm:prSet/>
      <dgm:spPr/>
      <dgm:t>
        <a:bodyPr/>
        <a:lstStyle/>
        <a:p>
          <a:endParaRPr lang="en-US"/>
        </a:p>
      </dgm:t>
    </dgm:pt>
    <dgm:pt modelId="{81174EE4-5CB5-40A6-B16A-A4DBFF338F42}">
      <dgm:prSet/>
      <dgm:spPr/>
      <dgm:t>
        <a:bodyPr/>
        <a:lstStyle/>
        <a:p>
          <a:r>
            <a:rPr lang="en-US"/>
            <a:t>Bottom-up parser</a:t>
          </a:r>
        </a:p>
      </dgm:t>
    </dgm:pt>
    <dgm:pt modelId="{9770B17B-A5BF-4D5C-820A-1F2A41674CFB}" type="parTrans" cxnId="{FEAE98CF-15E0-46CD-BE4B-9FF7605FC0CB}">
      <dgm:prSet/>
      <dgm:spPr/>
      <dgm:t>
        <a:bodyPr/>
        <a:lstStyle/>
        <a:p>
          <a:endParaRPr lang="en-US"/>
        </a:p>
      </dgm:t>
    </dgm:pt>
    <dgm:pt modelId="{12BD9D9F-CB2B-408E-87D3-4F575159B860}" type="sibTrans" cxnId="{FEAE98CF-15E0-46CD-BE4B-9FF7605FC0CB}">
      <dgm:prSet/>
      <dgm:spPr/>
      <dgm:t>
        <a:bodyPr/>
        <a:lstStyle/>
        <a:p>
          <a:endParaRPr lang="en-US"/>
        </a:p>
      </dgm:t>
    </dgm:pt>
    <dgm:pt modelId="{D36F3A7F-4DB3-4530-8D6C-1F663FA2AE5B}">
      <dgm:prSet/>
      <dgm:spPr/>
      <dgm:t>
        <a:bodyPr/>
        <a:lstStyle/>
        <a:p>
          <a:r>
            <a:rPr lang="en-US"/>
            <a:t>Attempts to reduce input to the start symbol</a:t>
          </a:r>
        </a:p>
      </dgm:t>
    </dgm:pt>
    <dgm:pt modelId="{A40D693B-01F0-45A8-BA28-35983E477CF4}" type="parTrans" cxnId="{BFC62DFB-FD6F-432A-AB7A-CCCA19043F2F}">
      <dgm:prSet/>
      <dgm:spPr/>
      <dgm:t>
        <a:bodyPr/>
        <a:lstStyle/>
        <a:p>
          <a:endParaRPr lang="en-US"/>
        </a:p>
      </dgm:t>
    </dgm:pt>
    <dgm:pt modelId="{B1D920B6-E598-45F9-B5D7-D46BCD0F10E9}" type="sibTrans" cxnId="{BFC62DFB-FD6F-432A-AB7A-CCCA19043F2F}">
      <dgm:prSet/>
      <dgm:spPr/>
      <dgm:t>
        <a:bodyPr/>
        <a:lstStyle/>
        <a:p>
          <a:endParaRPr lang="en-US"/>
        </a:p>
      </dgm:t>
    </dgm:pt>
    <dgm:pt modelId="{11968D23-8E62-463D-B604-E78CEC85A2E9}">
      <dgm:prSet/>
      <dgm:spPr/>
      <dgm:t>
        <a:bodyPr/>
        <a:lstStyle/>
        <a:p>
          <a:r>
            <a:rPr lang="en-US"/>
            <a:t>Simple, foundational parser type</a:t>
          </a:r>
        </a:p>
      </dgm:t>
    </dgm:pt>
    <dgm:pt modelId="{765788CB-B705-48A2-8670-B4E928A68DB9}" type="parTrans" cxnId="{47D518C9-7A47-4562-8BC1-770DA23CCC9B}">
      <dgm:prSet/>
      <dgm:spPr/>
      <dgm:t>
        <a:bodyPr/>
        <a:lstStyle/>
        <a:p>
          <a:endParaRPr lang="en-US"/>
        </a:p>
      </dgm:t>
    </dgm:pt>
    <dgm:pt modelId="{71A3C024-1135-4562-B7C7-DB4D3BD55C64}" type="sibTrans" cxnId="{47D518C9-7A47-4562-8BC1-770DA23CCC9B}">
      <dgm:prSet/>
      <dgm:spPr/>
      <dgm:t>
        <a:bodyPr/>
        <a:lstStyle/>
        <a:p>
          <a:endParaRPr lang="en-US"/>
        </a:p>
      </dgm:t>
    </dgm:pt>
    <dgm:pt modelId="{21A654F1-26F8-4A2D-9138-EA787A5147F3}" type="pres">
      <dgm:prSet presAssocID="{4D7EE880-E079-4552-8380-77C516D12E49}" presName="linear" presStyleCnt="0">
        <dgm:presLayoutVars>
          <dgm:animLvl val="lvl"/>
          <dgm:resizeHandles val="exact"/>
        </dgm:presLayoutVars>
      </dgm:prSet>
      <dgm:spPr/>
    </dgm:pt>
    <dgm:pt modelId="{49AF52C5-072F-44DA-84D9-85D5AE43AC1E}" type="pres">
      <dgm:prSet presAssocID="{DEE27D8E-14DF-4774-8834-FEF3ABF06CC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A205E55-770C-47FA-8763-4C7E1A9E5C75}" type="pres">
      <dgm:prSet presAssocID="{449115DC-9184-492B-B511-B790C67884D8}" presName="spacer" presStyleCnt="0"/>
      <dgm:spPr/>
    </dgm:pt>
    <dgm:pt modelId="{167818D2-E5B4-48FD-B96E-6BE4D649F930}" type="pres">
      <dgm:prSet presAssocID="{84D0DC83-4001-40C9-B564-A929AC3365B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3196B11-824C-4B3A-93E8-1E553F64F5D6}" type="pres">
      <dgm:prSet presAssocID="{9B97B518-5E48-4998-A71B-B5AC57A324BE}" presName="spacer" presStyleCnt="0"/>
      <dgm:spPr/>
    </dgm:pt>
    <dgm:pt modelId="{40B6BB3D-28B0-4E9F-A0EC-514D9D4FC995}" type="pres">
      <dgm:prSet presAssocID="{FD81E873-5473-440C-A389-B8C23287B38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89EF9DC-F4B1-444A-8DFC-A3F3D9238F12}" type="pres">
      <dgm:prSet presAssocID="{58CD36F1-7320-42B5-8990-3B97F208936F}" presName="spacer" presStyleCnt="0"/>
      <dgm:spPr/>
    </dgm:pt>
    <dgm:pt modelId="{7B3B3610-DD90-4776-9355-D7B2B8DAD249}" type="pres">
      <dgm:prSet presAssocID="{044E36FB-B5DE-4257-A917-4CB202D060C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97FB140-B5D4-4530-A358-5944194DC360}" type="pres">
      <dgm:prSet presAssocID="{A9942407-2F16-43D6-9A45-DE8B19217B5C}" presName="spacer" presStyleCnt="0"/>
      <dgm:spPr/>
    </dgm:pt>
    <dgm:pt modelId="{88050A21-F4D8-40E1-962B-B4FE1D8622EB}" type="pres">
      <dgm:prSet presAssocID="{81174EE4-5CB5-40A6-B16A-A4DBFF338F4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67F5AC4-3AAA-4A82-BB14-260BF6C4313D}" type="pres">
      <dgm:prSet presAssocID="{12BD9D9F-CB2B-408E-87D3-4F575159B860}" presName="spacer" presStyleCnt="0"/>
      <dgm:spPr/>
    </dgm:pt>
    <dgm:pt modelId="{3F7E2F2A-28DD-45EE-BABE-B151F3A6D695}" type="pres">
      <dgm:prSet presAssocID="{D36F3A7F-4DB3-4530-8D6C-1F663FA2AE5B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0E24A1A-D804-495A-9844-4EBE553BB5DE}" type="pres">
      <dgm:prSet presAssocID="{B1D920B6-E598-45F9-B5D7-D46BCD0F10E9}" presName="spacer" presStyleCnt="0"/>
      <dgm:spPr/>
    </dgm:pt>
    <dgm:pt modelId="{4CD2D936-FF7E-4341-9FD3-6673A6971556}" type="pres">
      <dgm:prSet presAssocID="{11968D23-8E62-463D-B604-E78CEC85A2E9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F68ED28-91CE-4F5E-BB5E-98E6FD238AD1}" type="presOf" srcId="{11968D23-8E62-463D-B604-E78CEC85A2E9}" destId="{4CD2D936-FF7E-4341-9FD3-6673A6971556}" srcOrd="0" destOrd="0" presId="urn:microsoft.com/office/officeart/2005/8/layout/vList2"/>
    <dgm:cxn modelId="{955C9F30-5251-4C84-AE42-6709EA6399B7}" srcId="{4D7EE880-E079-4552-8380-77C516D12E49}" destId="{84D0DC83-4001-40C9-B564-A929AC3365BB}" srcOrd="1" destOrd="0" parTransId="{058F2CDA-4E3D-4CC4-83EB-F36BD4FD0E34}" sibTransId="{9B97B518-5E48-4998-A71B-B5AC57A324BE}"/>
    <dgm:cxn modelId="{A74A106B-9C6E-47A9-880F-46DD979EB338}" srcId="{4D7EE880-E079-4552-8380-77C516D12E49}" destId="{DEE27D8E-14DF-4774-8834-FEF3ABF06CCE}" srcOrd="0" destOrd="0" parTransId="{3E35B107-1B17-4DDF-BE1B-27C43AB55724}" sibTransId="{449115DC-9184-492B-B511-B790C67884D8}"/>
    <dgm:cxn modelId="{31229051-E952-4947-86D8-67B031517A5D}" type="presOf" srcId="{84D0DC83-4001-40C9-B564-A929AC3365BB}" destId="{167818D2-E5B4-48FD-B96E-6BE4D649F930}" srcOrd="0" destOrd="0" presId="urn:microsoft.com/office/officeart/2005/8/layout/vList2"/>
    <dgm:cxn modelId="{6B4A7782-57AA-4B96-8CEE-522C8406EEFC}" type="presOf" srcId="{044E36FB-B5DE-4257-A917-4CB202D060C8}" destId="{7B3B3610-DD90-4776-9355-D7B2B8DAD249}" srcOrd="0" destOrd="0" presId="urn:microsoft.com/office/officeart/2005/8/layout/vList2"/>
    <dgm:cxn modelId="{E985678B-DB3F-4024-BFAD-821980E03126}" type="presOf" srcId="{D36F3A7F-4DB3-4530-8D6C-1F663FA2AE5B}" destId="{3F7E2F2A-28DD-45EE-BABE-B151F3A6D695}" srcOrd="0" destOrd="0" presId="urn:microsoft.com/office/officeart/2005/8/layout/vList2"/>
    <dgm:cxn modelId="{DD23F58D-E494-4281-B78E-A5C874C44B06}" type="presOf" srcId="{FD81E873-5473-440C-A389-B8C23287B38C}" destId="{40B6BB3D-28B0-4E9F-A0EC-514D9D4FC995}" srcOrd="0" destOrd="0" presId="urn:microsoft.com/office/officeart/2005/8/layout/vList2"/>
    <dgm:cxn modelId="{A3FDA09E-237E-42BC-8472-507B883B100A}" type="presOf" srcId="{DEE27D8E-14DF-4774-8834-FEF3ABF06CCE}" destId="{49AF52C5-072F-44DA-84D9-85D5AE43AC1E}" srcOrd="0" destOrd="0" presId="urn:microsoft.com/office/officeart/2005/8/layout/vList2"/>
    <dgm:cxn modelId="{CC50B6B7-930C-4008-8B86-E1BA68DBFABC}" srcId="{4D7EE880-E079-4552-8380-77C516D12E49}" destId="{FD81E873-5473-440C-A389-B8C23287B38C}" srcOrd="2" destOrd="0" parTransId="{A1E7AC65-FF27-4051-BC80-90EC9FDCF362}" sibTransId="{58CD36F1-7320-42B5-8990-3B97F208936F}"/>
    <dgm:cxn modelId="{E2169FBE-DBB6-433D-A499-9C97B69A5EC2}" type="presOf" srcId="{81174EE4-5CB5-40A6-B16A-A4DBFF338F42}" destId="{88050A21-F4D8-40E1-962B-B4FE1D8622EB}" srcOrd="0" destOrd="0" presId="urn:microsoft.com/office/officeart/2005/8/layout/vList2"/>
    <dgm:cxn modelId="{47D518C9-7A47-4562-8BC1-770DA23CCC9B}" srcId="{4D7EE880-E079-4552-8380-77C516D12E49}" destId="{11968D23-8E62-463D-B604-E78CEC85A2E9}" srcOrd="6" destOrd="0" parTransId="{765788CB-B705-48A2-8670-B4E928A68DB9}" sibTransId="{71A3C024-1135-4562-B7C7-DB4D3BD55C64}"/>
    <dgm:cxn modelId="{FEAE98CF-15E0-46CD-BE4B-9FF7605FC0CB}" srcId="{4D7EE880-E079-4552-8380-77C516D12E49}" destId="{81174EE4-5CB5-40A6-B16A-A4DBFF338F42}" srcOrd="4" destOrd="0" parTransId="{9770B17B-A5BF-4D5C-820A-1F2A41674CFB}" sibTransId="{12BD9D9F-CB2B-408E-87D3-4F575159B860}"/>
    <dgm:cxn modelId="{5D5E45D3-0EA0-47D5-89B4-3D4CE5FC2D8C}" srcId="{4D7EE880-E079-4552-8380-77C516D12E49}" destId="{044E36FB-B5DE-4257-A917-4CB202D060C8}" srcOrd="3" destOrd="0" parTransId="{58C474E2-11E0-4955-A572-9701A6940EE5}" sibTransId="{A9942407-2F16-43D6-9A45-DE8B19217B5C}"/>
    <dgm:cxn modelId="{D12747F0-459D-4ADD-9730-E0C1A0EB5789}" type="presOf" srcId="{4D7EE880-E079-4552-8380-77C516D12E49}" destId="{21A654F1-26F8-4A2D-9138-EA787A5147F3}" srcOrd="0" destOrd="0" presId="urn:microsoft.com/office/officeart/2005/8/layout/vList2"/>
    <dgm:cxn modelId="{BFC62DFB-FD6F-432A-AB7A-CCCA19043F2F}" srcId="{4D7EE880-E079-4552-8380-77C516D12E49}" destId="{D36F3A7F-4DB3-4530-8D6C-1F663FA2AE5B}" srcOrd="5" destOrd="0" parTransId="{A40D693B-01F0-45A8-BA28-35983E477CF4}" sibTransId="{B1D920B6-E598-45F9-B5D7-D46BCD0F10E9}"/>
    <dgm:cxn modelId="{511BD8F8-236A-4281-8CAA-0DC5D562D53B}" type="presParOf" srcId="{21A654F1-26F8-4A2D-9138-EA787A5147F3}" destId="{49AF52C5-072F-44DA-84D9-85D5AE43AC1E}" srcOrd="0" destOrd="0" presId="urn:microsoft.com/office/officeart/2005/8/layout/vList2"/>
    <dgm:cxn modelId="{2B0EE926-698A-4F00-93E3-848DD2C4765C}" type="presParOf" srcId="{21A654F1-26F8-4A2D-9138-EA787A5147F3}" destId="{1A205E55-770C-47FA-8763-4C7E1A9E5C75}" srcOrd="1" destOrd="0" presId="urn:microsoft.com/office/officeart/2005/8/layout/vList2"/>
    <dgm:cxn modelId="{373A251D-7E40-48B8-A603-FC2FBDE3D8D3}" type="presParOf" srcId="{21A654F1-26F8-4A2D-9138-EA787A5147F3}" destId="{167818D2-E5B4-48FD-B96E-6BE4D649F930}" srcOrd="2" destOrd="0" presId="urn:microsoft.com/office/officeart/2005/8/layout/vList2"/>
    <dgm:cxn modelId="{70C22B69-2C9E-4AED-8724-578C6559538B}" type="presParOf" srcId="{21A654F1-26F8-4A2D-9138-EA787A5147F3}" destId="{33196B11-824C-4B3A-93E8-1E553F64F5D6}" srcOrd="3" destOrd="0" presId="urn:microsoft.com/office/officeart/2005/8/layout/vList2"/>
    <dgm:cxn modelId="{27F50036-A187-4174-9E13-6E1462E8B447}" type="presParOf" srcId="{21A654F1-26F8-4A2D-9138-EA787A5147F3}" destId="{40B6BB3D-28B0-4E9F-A0EC-514D9D4FC995}" srcOrd="4" destOrd="0" presId="urn:microsoft.com/office/officeart/2005/8/layout/vList2"/>
    <dgm:cxn modelId="{31F06D67-CD65-4EC3-818E-5A72BDBC2E2A}" type="presParOf" srcId="{21A654F1-26F8-4A2D-9138-EA787A5147F3}" destId="{789EF9DC-F4B1-444A-8DFC-A3F3D9238F12}" srcOrd="5" destOrd="0" presId="urn:microsoft.com/office/officeart/2005/8/layout/vList2"/>
    <dgm:cxn modelId="{263F3CA8-9A3B-4EC2-8732-28C48723CCA1}" type="presParOf" srcId="{21A654F1-26F8-4A2D-9138-EA787A5147F3}" destId="{7B3B3610-DD90-4776-9355-D7B2B8DAD249}" srcOrd="6" destOrd="0" presId="urn:microsoft.com/office/officeart/2005/8/layout/vList2"/>
    <dgm:cxn modelId="{04C31861-FD30-46E3-AA28-106C07D749A4}" type="presParOf" srcId="{21A654F1-26F8-4A2D-9138-EA787A5147F3}" destId="{497FB140-B5D4-4530-A358-5944194DC360}" srcOrd="7" destOrd="0" presId="urn:microsoft.com/office/officeart/2005/8/layout/vList2"/>
    <dgm:cxn modelId="{57FBD85E-4D00-4DF0-90EE-96A6D55D728A}" type="presParOf" srcId="{21A654F1-26F8-4A2D-9138-EA787A5147F3}" destId="{88050A21-F4D8-40E1-962B-B4FE1D8622EB}" srcOrd="8" destOrd="0" presId="urn:microsoft.com/office/officeart/2005/8/layout/vList2"/>
    <dgm:cxn modelId="{32A56116-4FE9-47FD-8E44-B6D1680920EE}" type="presParOf" srcId="{21A654F1-26F8-4A2D-9138-EA787A5147F3}" destId="{A67F5AC4-3AAA-4A82-BB14-260BF6C4313D}" srcOrd="9" destOrd="0" presId="urn:microsoft.com/office/officeart/2005/8/layout/vList2"/>
    <dgm:cxn modelId="{9D0F40CB-5489-4BB9-94D7-80BEC262991A}" type="presParOf" srcId="{21A654F1-26F8-4A2D-9138-EA787A5147F3}" destId="{3F7E2F2A-28DD-45EE-BABE-B151F3A6D695}" srcOrd="10" destOrd="0" presId="urn:microsoft.com/office/officeart/2005/8/layout/vList2"/>
    <dgm:cxn modelId="{5F4A7D7F-B39E-4CF1-998E-B527F6C48618}" type="presParOf" srcId="{21A654F1-26F8-4A2D-9138-EA787A5147F3}" destId="{20E24A1A-D804-495A-9844-4EBE553BB5DE}" srcOrd="11" destOrd="0" presId="urn:microsoft.com/office/officeart/2005/8/layout/vList2"/>
    <dgm:cxn modelId="{F448DD6C-E7F2-43F4-BB09-77540773137D}" type="presParOf" srcId="{21A654F1-26F8-4A2D-9138-EA787A5147F3}" destId="{4CD2D936-FF7E-4341-9FD3-6673A697155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0F5E8B-8837-4E36-808E-409CB04092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0B050F-10F7-4DD7-8AB8-7FF64B912565}">
      <dgm:prSet/>
      <dgm:spPr/>
      <dgm:t>
        <a:bodyPr/>
        <a:lstStyle/>
        <a:p>
          <a:r>
            <a:rPr lang="en-US"/>
            <a:t>Add a new production: S&amp;amp;apos; → S</a:t>
          </a:r>
        </a:p>
      </dgm:t>
    </dgm:pt>
    <dgm:pt modelId="{CEBB8CD0-E30D-4E30-B97D-204B94D71665}" type="parTrans" cxnId="{57C8C556-0DCC-4783-BD69-08F84FB3220F}">
      <dgm:prSet/>
      <dgm:spPr/>
      <dgm:t>
        <a:bodyPr/>
        <a:lstStyle/>
        <a:p>
          <a:endParaRPr lang="en-US"/>
        </a:p>
      </dgm:t>
    </dgm:pt>
    <dgm:pt modelId="{9060B777-44DE-458A-81DD-4DD0F66F2994}" type="sibTrans" cxnId="{57C8C556-0DCC-4783-BD69-08F84FB3220F}">
      <dgm:prSet/>
      <dgm:spPr/>
      <dgm:t>
        <a:bodyPr/>
        <a:lstStyle/>
        <a:p>
          <a:endParaRPr lang="en-US"/>
        </a:p>
      </dgm:t>
    </dgm:pt>
    <dgm:pt modelId="{3BED3AA5-C6D8-4F59-9737-772E2A1E10A7}">
      <dgm:prSet/>
      <dgm:spPr/>
      <dgm:t>
        <a:bodyPr/>
        <a:lstStyle/>
        <a:p>
          <a:r>
            <a:rPr lang="en-US"/>
            <a:t>Ensures unique starting point for parsing</a:t>
          </a:r>
        </a:p>
      </dgm:t>
    </dgm:pt>
    <dgm:pt modelId="{9272CA92-B0AB-4A6C-8D4A-8136F921DCC3}" type="parTrans" cxnId="{68552988-145D-4253-8B4F-7699E89EF305}">
      <dgm:prSet/>
      <dgm:spPr/>
      <dgm:t>
        <a:bodyPr/>
        <a:lstStyle/>
        <a:p>
          <a:endParaRPr lang="en-US"/>
        </a:p>
      </dgm:t>
    </dgm:pt>
    <dgm:pt modelId="{FD504D41-A268-4F18-B70B-D3224A4DA82B}" type="sibTrans" cxnId="{68552988-145D-4253-8B4F-7699E89EF305}">
      <dgm:prSet/>
      <dgm:spPr/>
      <dgm:t>
        <a:bodyPr/>
        <a:lstStyle/>
        <a:p>
          <a:endParaRPr lang="en-US"/>
        </a:p>
      </dgm:t>
    </dgm:pt>
    <dgm:pt modelId="{29687E65-806C-4C4F-BF85-CD3330292CB1}">
      <dgm:prSet/>
      <dgm:spPr/>
      <dgm:t>
        <a:bodyPr/>
        <a:lstStyle/>
        <a:p>
          <a:r>
            <a:rPr lang="en-US"/>
            <a:t>Example:</a:t>
          </a:r>
        </a:p>
      </dgm:t>
    </dgm:pt>
    <dgm:pt modelId="{EC45C4A1-4028-46C1-B524-EDD6E44189F6}" type="parTrans" cxnId="{D378C4BB-5F40-42B5-86A9-5305092D1582}">
      <dgm:prSet/>
      <dgm:spPr/>
      <dgm:t>
        <a:bodyPr/>
        <a:lstStyle/>
        <a:p>
          <a:endParaRPr lang="en-US"/>
        </a:p>
      </dgm:t>
    </dgm:pt>
    <dgm:pt modelId="{7516943F-CFCF-419E-A37C-B3200A6C2823}" type="sibTrans" cxnId="{D378C4BB-5F40-42B5-86A9-5305092D1582}">
      <dgm:prSet/>
      <dgm:spPr/>
      <dgm:t>
        <a:bodyPr/>
        <a:lstStyle/>
        <a:p>
          <a:endParaRPr lang="en-US"/>
        </a:p>
      </dgm:t>
    </dgm:pt>
    <dgm:pt modelId="{F30C38FD-95C6-4E34-AD7C-7F1D304916A0}">
      <dgm:prSet/>
      <dgm:spPr/>
      <dgm:t>
        <a:bodyPr/>
        <a:lstStyle/>
        <a:p>
          <a:r>
            <a:rPr lang="en-US"/>
            <a:t>Original: S → aA</a:t>
          </a:r>
        </a:p>
      </dgm:t>
    </dgm:pt>
    <dgm:pt modelId="{87E3B195-E3F8-4EEB-B3B6-F7974AE59397}" type="parTrans" cxnId="{1920A19A-2CC4-4D7B-A127-80BE98352026}">
      <dgm:prSet/>
      <dgm:spPr/>
      <dgm:t>
        <a:bodyPr/>
        <a:lstStyle/>
        <a:p>
          <a:endParaRPr lang="en-US"/>
        </a:p>
      </dgm:t>
    </dgm:pt>
    <dgm:pt modelId="{BD843C25-2EBF-4891-8C52-18F946AEF41F}" type="sibTrans" cxnId="{1920A19A-2CC4-4D7B-A127-80BE98352026}">
      <dgm:prSet/>
      <dgm:spPr/>
      <dgm:t>
        <a:bodyPr/>
        <a:lstStyle/>
        <a:p>
          <a:endParaRPr lang="en-US"/>
        </a:p>
      </dgm:t>
    </dgm:pt>
    <dgm:pt modelId="{2EDF68C1-F7A9-4B0A-9679-83F526FC94B1}">
      <dgm:prSet/>
      <dgm:spPr/>
      <dgm:t>
        <a:bodyPr/>
        <a:lstStyle/>
        <a:p>
          <a:r>
            <a:rPr lang="en-US"/>
            <a:t>Augmented: S&amp;amp;apos; → S</a:t>
          </a:r>
        </a:p>
      </dgm:t>
    </dgm:pt>
    <dgm:pt modelId="{E0C5E218-E39E-4D9E-A019-CE0F80219AB7}" type="parTrans" cxnId="{06DC7935-1ACE-40A9-9934-E363DE8460CD}">
      <dgm:prSet/>
      <dgm:spPr/>
      <dgm:t>
        <a:bodyPr/>
        <a:lstStyle/>
        <a:p>
          <a:endParaRPr lang="en-US"/>
        </a:p>
      </dgm:t>
    </dgm:pt>
    <dgm:pt modelId="{56AC0F64-4574-4429-82FA-42647DE75D70}" type="sibTrans" cxnId="{06DC7935-1ACE-40A9-9934-E363DE8460CD}">
      <dgm:prSet/>
      <dgm:spPr/>
      <dgm:t>
        <a:bodyPr/>
        <a:lstStyle/>
        <a:p>
          <a:endParaRPr lang="en-US"/>
        </a:p>
      </dgm:t>
    </dgm:pt>
    <dgm:pt modelId="{703B976F-0D44-4397-8EFB-34E8DA80BC02}" type="pres">
      <dgm:prSet presAssocID="{DD0F5E8B-8837-4E36-808E-409CB04092E0}" presName="linear" presStyleCnt="0">
        <dgm:presLayoutVars>
          <dgm:animLvl val="lvl"/>
          <dgm:resizeHandles val="exact"/>
        </dgm:presLayoutVars>
      </dgm:prSet>
      <dgm:spPr/>
    </dgm:pt>
    <dgm:pt modelId="{16F4FC20-CF61-4B0E-B8B8-09CD73630045}" type="pres">
      <dgm:prSet presAssocID="{990B050F-10F7-4DD7-8AB8-7FF64B91256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B5E28B7-7648-4B48-BA78-C7B723BC5832}" type="pres">
      <dgm:prSet presAssocID="{9060B777-44DE-458A-81DD-4DD0F66F2994}" presName="spacer" presStyleCnt="0"/>
      <dgm:spPr/>
    </dgm:pt>
    <dgm:pt modelId="{97A93DB6-66AF-47B1-B456-5B0C9872A563}" type="pres">
      <dgm:prSet presAssocID="{3BED3AA5-C6D8-4F59-9737-772E2A1E10A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B5B3B04-A839-4008-94D0-F5F3C7DAA866}" type="pres">
      <dgm:prSet presAssocID="{FD504D41-A268-4F18-B70B-D3224A4DA82B}" presName="spacer" presStyleCnt="0"/>
      <dgm:spPr/>
    </dgm:pt>
    <dgm:pt modelId="{1779AD77-5EEE-4D69-87CB-1E8A589DCBD8}" type="pres">
      <dgm:prSet presAssocID="{29687E65-806C-4C4F-BF85-CD3330292CB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5872388-95BE-473B-819C-A935AC1B4DD4}" type="pres">
      <dgm:prSet presAssocID="{7516943F-CFCF-419E-A37C-B3200A6C2823}" presName="spacer" presStyleCnt="0"/>
      <dgm:spPr/>
    </dgm:pt>
    <dgm:pt modelId="{4DE49A1C-8FE2-4247-9660-F8930669EAF5}" type="pres">
      <dgm:prSet presAssocID="{F30C38FD-95C6-4E34-AD7C-7F1D304916A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784BC64-4B51-4647-A778-EEF64823E44D}" type="pres">
      <dgm:prSet presAssocID="{BD843C25-2EBF-4891-8C52-18F946AEF41F}" presName="spacer" presStyleCnt="0"/>
      <dgm:spPr/>
    </dgm:pt>
    <dgm:pt modelId="{1DAABE61-E30F-445B-AA8B-E6FCF2D4DD1A}" type="pres">
      <dgm:prSet presAssocID="{2EDF68C1-F7A9-4B0A-9679-83F526FC94B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DD76707-12A3-432D-93A8-8DF3A6B99C1C}" type="presOf" srcId="{F30C38FD-95C6-4E34-AD7C-7F1D304916A0}" destId="{4DE49A1C-8FE2-4247-9660-F8930669EAF5}" srcOrd="0" destOrd="0" presId="urn:microsoft.com/office/officeart/2005/8/layout/vList2"/>
    <dgm:cxn modelId="{7A70BF15-FF31-4E5F-9423-C5CB835C8994}" type="presOf" srcId="{3BED3AA5-C6D8-4F59-9737-772E2A1E10A7}" destId="{97A93DB6-66AF-47B1-B456-5B0C9872A563}" srcOrd="0" destOrd="0" presId="urn:microsoft.com/office/officeart/2005/8/layout/vList2"/>
    <dgm:cxn modelId="{06DC7935-1ACE-40A9-9934-E363DE8460CD}" srcId="{DD0F5E8B-8837-4E36-808E-409CB04092E0}" destId="{2EDF68C1-F7A9-4B0A-9679-83F526FC94B1}" srcOrd="4" destOrd="0" parTransId="{E0C5E218-E39E-4D9E-A019-CE0F80219AB7}" sibTransId="{56AC0F64-4574-4429-82FA-42647DE75D70}"/>
    <dgm:cxn modelId="{57C8C556-0DCC-4783-BD69-08F84FB3220F}" srcId="{DD0F5E8B-8837-4E36-808E-409CB04092E0}" destId="{990B050F-10F7-4DD7-8AB8-7FF64B912565}" srcOrd="0" destOrd="0" parTransId="{CEBB8CD0-E30D-4E30-B97D-204B94D71665}" sibTransId="{9060B777-44DE-458A-81DD-4DD0F66F2994}"/>
    <dgm:cxn modelId="{68552988-145D-4253-8B4F-7699E89EF305}" srcId="{DD0F5E8B-8837-4E36-808E-409CB04092E0}" destId="{3BED3AA5-C6D8-4F59-9737-772E2A1E10A7}" srcOrd="1" destOrd="0" parTransId="{9272CA92-B0AB-4A6C-8D4A-8136F921DCC3}" sibTransId="{FD504D41-A268-4F18-B70B-D3224A4DA82B}"/>
    <dgm:cxn modelId="{316BBF8B-7826-4A34-87D8-AAE1C52D7A8C}" type="presOf" srcId="{2EDF68C1-F7A9-4B0A-9679-83F526FC94B1}" destId="{1DAABE61-E30F-445B-AA8B-E6FCF2D4DD1A}" srcOrd="0" destOrd="0" presId="urn:microsoft.com/office/officeart/2005/8/layout/vList2"/>
    <dgm:cxn modelId="{1920A19A-2CC4-4D7B-A127-80BE98352026}" srcId="{DD0F5E8B-8837-4E36-808E-409CB04092E0}" destId="{F30C38FD-95C6-4E34-AD7C-7F1D304916A0}" srcOrd="3" destOrd="0" parTransId="{87E3B195-E3F8-4EEB-B3B6-F7974AE59397}" sibTransId="{BD843C25-2EBF-4891-8C52-18F946AEF41F}"/>
    <dgm:cxn modelId="{F4B9FCAB-EE6A-4BAE-92D6-095C8B4D0F4C}" type="presOf" srcId="{990B050F-10F7-4DD7-8AB8-7FF64B912565}" destId="{16F4FC20-CF61-4B0E-B8B8-09CD73630045}" srcOrd="0" destOrd="0" presId="urn:microsoft.com/office/officeart/2005/8/layout/vList2"/>
    <dgm:cxn modelId="{D378C4BB-5F40-42B5-86A9-5305092D1582}" srcId="{DD0F5E8B-8837-4E36-808E-409CB04092E0}" destId="{29687E65-806C-4C4F-BF85-CD3330292CB1}" srcOrd="2" destOrd="0" parTransId="{EC45C4A1-4028-46C1-B524-EDD6E44189F6}" sibTransId="{7516943F-CFCF-419E-A37C-B3200A6C2823}"/>
    <dgm:cxn modelId="{FFD180BD-EB98-462E-BCAF-21A826591A6B}" type="presOf" srcId="{DD0F5E8B-8837-4E36-808E-409CB04092E0}" destId="{703B976F-0D44-4397-8EFB-34E8DA80BC02}" srcOrd="0" destOrd="0" presId="urn:microsoft.com/office/officeart/2005/8/layout/vList2"/>
    <dgm:cxn modelId="{AD5872CD-A176-49D8-9C22-2EC97A6403B5}" type="presOf" srcId="{29687E65-806C-4C4F-BF85-CD3330292CB1}" destId="{1779AD77-5EEE-4D69-87CB-1E8A589DCBD8}" srcOrd="0" destOrd="0" presId="urn:microsoft.com/office/officeart/2005/8/layout/vList2"/>
    <dgm:cxn modelId="{205EA016-17AA-49DA-A304-69239D019EFB}" type="presParOf" srcId="{703B976F-0D44-4397-8EFB-34E8DA80BC02}" destId="{16F4FC20-CF61-4B0E-B8B8-09CD73630045}" srcOrd="0" destOrd="0" presId="urn:microsoft.com/office/officeart/2005/8/layout/vList2"/>
    <dgm:cxn modelId="{95907F1B-EAF6-4142-AD35-3E14D64DA3AC}" type="presParOf" srcId="{703B976F-0D44-4397-8EFB-34E8DA80BC02}" destId="{8B5E28B7-7648-4B48-BA78-C7B723BC5832}" srcOrd="1" destOrd="0" presId="urn:microsoft.com/office/officeart/2005/8/layout/vList2"/>
    <dgm:cxn modelId="{742536EF-CB94-4A01-95EC-82F95D7F2C21}" type="presParOf" srcId="{703B976F-0D44-4397-8EFB-34E8DA80BC02}" destId="{97A93DB6-66AF-47B1-B456-5B0C9872A563}" srcOrd="2" destOrd="0" presId="urn:microsoft.com/office/officeart/2005/8/layout/vList2"/>
    <dgm:cxn modelId="{039EF432-E2BB-44D3-91B9-879BD1EC61D9}" type="presParOf" srcId="{703B976F-0D44-4397-8EFB-34E8DA80BC02}" destId="{1B5B3B04-A839-4008-94D0-F5F3C7DAA866}" srcOrd="3" destOrd="0" presId="urn:microsoft.com/office/officeart/2005/8/layout/vList2"/>
    <dgm:cxn modelId="{20464F42-BFA5-4A31-A82B-E81DA48913A0}" type="presParOf" srcId="{703B976F-0D44-4397-8EFB-34E8DA80BC02}" destId="{1779AD77-5EEE-4D69-87CB-1E8A589DCBD8}" srcOrd="4" destOrd="0" presId="urn:microsoft.com/office/officeart/2005/8/layout/vList2"/>
    <dgm:cxn modelId="{E50D7032-A83C-43F3-89CF-6B7BEBCABA7A}" type="presParOf" srcId="{703B976F-0D44-4397-8EFB-34E8DA80BC02}" destId="{15872388-95BE-473B-819C-A935AC1B4DD4}" srcOrd="5" destOrd="0" presId="urn:microsoft.com/office/officeart/2005/8/layout/vList2"/>
    <dgm:cxn modelId="{B54872E8-0FBF-4330-B2FA-DDBD9C3783DD}" type="presParOf" srcId="{703B976F-0D44-4397-8EFB-34E8DA80BC02}" destId="{4DE49A1C-8FE2-4247-9660-F8930669EAF5}" srcOrd="6" destOrd="0" presId="urn:microsoft.com/office/officeart/2005/8/layout/vList2"/>
    <dgm:cxn modelId="{90DFB6FE-2A7D-481B-BAC4-A0F4DA79E2E7}" type="presParOf" srcId="{703B976F-0D44-4397-8EFB-34E8DA80BC02}" destId="{F784BC64-4B51-4647-A778-EEF64823E44D}" srcOrd="7" destOrd="0" presId="urn:microsoft.com/office/officeart/2005/8/layout/vList2"/>
    <dgm:cxn modelId="{4658A429-A19C-413D-95E6-CAED5DA67A96}" type="presParOf" srcId="{703B976F-0D44-4397-8EFB-34E8DA80BC02}" destId="{1DAABE61-E30F-445B-AA8B-E6FCF2D4DD1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F0FBF3-ABDF-4F5B-927F-6008FD96FB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E0AB201-13C4-452A-B729-FC14B5D196A5}">
      <dgm:prSet/>
      <dgm:spPr/>
      <dgm:t>
        <a:bodyPr/>
        <a:lstStyle/>
        <a:p>
          <a:r>
            <a:rPr lang="en-US"/>
            <a:t>A production with a dot (•) indicating parser progress</a:t>
          </a:r>
        </a:p>
      </dgm:t>
    </dgm:pt>
    <dgm:pt modelId="{C7538C1C-98E1-4B39-8BFE-7FACBE583885}" type="parTrans" cxnId="{053545BA-6A29-4A91-9E4B-60F7A48BCF92}">
      <dgm:prSet/>
      <dgm:spPr/>
      <dgm:t>
        <a:bodyPr/>
        <a:lstStyle/>
        <a:p>
          <a:endParaRPr lang="en-US"/>
        </a:p>
      </dgm:t>
    </dgm:pt>
    <dgm:pt modelId="{C80C5800-6350-47B9-9434-FCDBEADD3C69}" type="sibTrans" cxnId="{053545BA-6A29-4A91-9E4B-60F7A48BCF92}">
      <dgm:prSet/>
      <dgm:spPr/>
      <dgm:t>
        <a:bodyPr/>
        <a:lstStyle/>
        <a:p>
          <a:endParaRPr lang="en-US"/>
        </a:p>
      </dgm:t>
    </dgm:pt>
    <dgm:pt modelId="{971525B3-4823-44A7-AB63-4A725CF106A4}">
      <dgm:prSet/>
      <dgm:spPr/>
      <dgm:t>
        <a:bodyPr/>
        <a:lstStyle/>
        <a:p>
          <a:r>
            <a:rPr lang="en-US"/>
            <a:t>Example: A → aB</a:t>
          </a:r>
        </a:p>
      </dgm:t>
    </dgm:pt>
    <dgm:pt modelId="{FEA84FA4-2447-4D13-AF4A-D644C2F2BE28}" type="parTrans" cxnId="{FA8EF2A7-F5B8-4DF4-83DF-747B2B4C213E}">
      <dgm:prSet/>
      <dgm:spPr/>
      <dgm:t>
        <a:bodyPr/>
        <a:lstStyle/>
        <a:p>
          <a:endParaRPr lang="en-US"/>
        </a:p>
      </dgm:t>
    </dgm:pt>
    <dgm:pt modelId="{0A2F89E6-0056-41D2-9092-9AD5ACBAF7EC}" type="sibTrans" cxnId="{FA8EF2A7-F5B8-4DF4-83DF-747B2B4C213E}">
      <dgm:prSet/>
      <dgm:spPr/>
      <dgm:t>
        <a:bodyPr/>
        <a:lstStyle/>
        <a:p>
          <a:endParaRPr lang="en-US"/>
        </a:p>
      </dgm:t>
    </dgm:pt>
    <dgm:pt modelId="{EEB6F49B-6CB1-4C08-B444-8413F81CAA4F}">
      <dgm:prSet/>
      <dgm:spPr/>
      <dgm:t>
        <a:bodyPr/>
        <a:lstStyle/>
        <a:p>
          <a:r>
            <a:rPr lang="en-US"/>
            <a:t>Items:</a:t>
          </a:r>
        </a:p>
      </dgm:t>
    </dgm:pt>
    <dgm:pt modelId="{02B641E8-5439-4359-9E1D-EE2AA851BB5C}" type="parTrans" cxnId="{26B82FDE-083C-467A-95D0-5B663614FD3E}">
      <dgm:prSet/>
      <dgm:spPr/>
      <dgm:t>
        <a:bodyPr/>
        <a:lstStyle/>
        <a:p>
          <a:endParaRPr lang="en-US"/>
        </a:p>
      </dgm:t>
    </dgm:pt>
    <dgm:pt modelId="{45C5E0CC-F0F0-4C5F-A580-220DB46ED40A}" type="sibTrans" cxnId="{26B82FDE-083C-467A-95D0-5B663614FD3E}">
      <dgm:prSet/>
      <dgm:spPr/>
      <dgm:t>
        <a:bodyPr/>
        <a:lstStyle/>
        <a:p>
          <a:endParaRPr lang="en-US"/>
        </a:p>
      </dgm:t>
    </dgm:pt>
    <dgm:pt modelId="{E1E8090B-2404-4F6D-9F83-D91CD22641B7}">
      <dgm:prSet/>
      <dgm:spPr/>
      <dgm:t>
        <a:bodyPr/>
        <a:lstStyle/>
        <a:p>
          <a:r>
            <a:rPr lang="en-US"/>
            <a:t>• A → •aB</a:t>
          </a:r>
        </a:p>
      </dgm:t>
    </dgm:pt>
    <dgm:pt modelId="{08C0AB5A-B012-43A5-A4F2-B1A479A00B11}" type="parTrans" cxnId="{A20D968A-078D-48E5-80A5-960DD26A4DB2}">
      <dgm:prSet/>
      <dgm:spPr/>
      <dgm:t>
        <a:bodyPr/>
        <a:lstStyle/>
        <a:p>
          <a:endParaRPr lang="en-US"/>
        </a:p>
      </dgm:t>
    </dgm:pt>
    <dgm:pt modelId="{D75D8E2F-E044-445A-99A9-5653BD81CEE3}" type="sibTrans" cxnId="{A20D968A-078D-48E5-80A5-960DD26A4DB2}">
      <dgm:prSet/>
      <dgm:spPr/>
      <dgm:t>
        <a:bodyPr/>
        <a:lstStyle/>
        <a:p>
          <a:endParaRPr lang="en-US"/>
        </a:p>
      </dgm:t>
    </dgm:pt>
    <dgm:pt modelId="{8289F1F6-EE0D-4406-8679-BC35737040C0}">
      <dgm:prSet/>
      <dgm:spPr/>
      <dgm:t>
        <a:bodyPr/>
        <a:lstStyle/>
        <a:p>
          <a:r>
            <a:rPr lang="en-US"/>
            <a:t>• A → a•B</a:t>
          </a:r>
        </a:p>
      </dgm:t>
    </dgm:pt>
    <dgm:pt modelId="{6B3E07F8-FCCF-473A-B20A-E8848EC5DD95}" type="parTrans" cxnId="{F86A2BBB-B748-44DE-9621-BDD73B174396}">
      <dgm:prSet/>
      <dgm:spPr/>
      <dgm:t>
        <a:bodyPr/>
        <a:lstStyle/>
        <a:p>
          <a:endParaRPr lang="en-US"/>
        </a:p>
      </dgm:t>
    </dgm:pt>
    <dgm:pt modelId="{2FCE7C52-C3EE-4558-8CB9-A9DDD9D4BB61}" type="sibTrans" cxnId="{F86A2BBB-B748-44DE-9621-BDD73B174396}">
      <dgm:prSet/>
      <dgm:spPr/>
      <dgm:t>
        <a:bodyPr/>
        <a:lstStyle/>
        <a:p>
          <a:endParaRPr lang="en-US"/>
        </a:p>
      </dgm:t>
    </dgm:pt>
    <dgm:pt modelId="{593FA1AC-3DD1-4031-867D-A8C64B494574}">
      <dgm:prSet/>
      <dgm:spPr/>
      <dgm:t>
        <a:bodyPr/>
        <a:lstStyle/>
        <a:p>
          <a:r>
            <a:rPr lang="en-US"/>
            <a:t>• A → aB•</a:t>
          </a:r>
        </a:p>
      </dgm:t>
    </dgm:pt>
    <dgm:pt modelId="{188028E7-0FB1-48ED-94A9-1DB9724CBECF}" type="parTrans" cxnId="{DBE28A45-0B84-463B-969C-282BA57302FD}">
      <dgm:prSet/>
      <dgm:spPr/>
      <dgm:t>
        <a:bodyPr/>
        <a:lstStyle/>
        <a:p>
          <a:endParaRPr lang="en-US"/>
        </a:p>
      </dgm:t>
    </dgm:pt>
    <dgm:pt modelId="{30884198-94B2-474D-B56E-684F9D5F82A9}" type="sibTrans" cxnId="{DBE28A45-0B84-463B-969C-282BA57302FD}">
      <dgm:prSet/>
      <dgm:spPr/>
      <dgm:t>
        <a:bodyPr/>
        <a:lstStyle/>
        <a:p>
          <a:endParaRPr lang="en-US"/>
        </a:p>
      </dgm:t>
    </dgm:pt>
    <dgm:pt modelId="{689698BD-5BB9-4BDD-8C11-3CC3F1D7A6D2}" type="pres">
      <dgm:prSet presAssocID="{A5F0FBF3-ABDF-4F5B-927F-6008FD96FBFC}" presName="linear" presStyleCnt="0">
        <dgm:presLayoutVars>
          <dgm:animLvl val="lvl"/>
          <dgm:resizeHandles val="exact"/>
        </dgm:presLayoutVars>
      </dgm:prSet>
      <dgm:spPr/>
    </dgm:pt>
    <dgm:pt modelId="{FA822E38-B4F0-46A9-A3D2-41AA91591282}" type="pres">
      <dgm:prSet presAssocID="{AE0AB201-13C4-452A-B729-FC14B5D196A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7A0C63D-F01B-464D-ACF2-AECCA0DFF145}" type="pres">
      <dgm:prSet presAssocID="{C80C5800-6350-47B9-9434-FCDBEADD3C69}" presName="spacer" presStyleCnt="0"/>
      <dgm:spPr/>
    </dgm:pt>
    <dgm:pt modelId="{B1D91040-EB97-43B9-BBF5-168DAC89473C}" type="pres">
      <dgm:prSet presAssocID="{971525B3-4823-44A7-AB63-4A725CF106A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A1A6BFE-9979-48FC-A46D-44B234BC63BF}" type="pres">
      <dgm:prSet presAssocID="{0A2F89E6-0056-41D2-9092-9AD5ACBAF7EC}" presName="spacer" presStyleCnt="0"/>
      <dgm:spPr/>
    </dgm:pt>
    <dgm:pt modelId="{EEC6E7EF-81D8-4480-86C5-4A496E92964C}" type="pres">
      <dgm:prSet presAssocID="{EEB6F49B-6CB1-4C08-B444-8413F81CAA4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E4EC877-2D45-4A06-AE7E-259A5F953DE5}" type="pres">
      <dgm:prSet presAssocID="{45C5E0CC-F0F0-4C5F-A580-220DB46ED40A}" presName="spacer" presStyleCnt="0"/>
      <dgm:spPr/>
    </dgm:pt>
    <dgm:pt modelId="{4AB269C0-A1D3-435D-8D87-78D26D2629D5}" type="pres">
      <dgm:prSet presAssocID="{E1E8090B-2404-4F6D-9F83-D91CD22641B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7D052A4-36E0-470B-81F6-91E55EA9EA04}" type="pres">
      <dgm:prSet presAssocID="{D75D8E2F-E044-445A-99A9-5653BD81CEE3}" presName="spacer" presStyleCnt="0"/>
      <dgm:spPr/>
    </dgm:pt>
    <dgm:pt modelId="{1F697562-9BC8-47B5-863B-F59050969FD8}" type="pres">
      <dgm:prSet presAssocID="{8289F1F6-EE0D-4406-8679-BC35737040C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B79E025-6154-4FE8-A143-8BC018745186}" type="pres">
      <dgm:prSet presAssocID="{2FCE7C52-C3EE-4558-8CB9-A9DDD9D4BB61}" presName="spacer" presStyleCnt="0"/>
      <dgm:spPr/>
    </dgm:pt>
    <dgm:pt modelId="{A56C0D60-7598-4E2A-B635-77777F70BEAF}" type="pres">
      <dgm:prSet presAssocID="{593FA1AC-3DD1-4031-867D-A8C64B49457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1254D23-3879-41B5-A6AB-1A1ADEDC1E51}" type="presOf" srcId="{8289F1F6-EE0D-4406-8679-BC35737040C0}" destId="{1F697562-9BC8-47B5-863B-F59050969FD8}" srcOrd="0" destOrd="0" presId="urn:microsoft.com/office/officeart/2005/8/layout/vList2"/>
    <dgm:cxn modelId="{19B88C33-6EC4-49AD-AD51-E0DCC08C32F9}" type="presOf" srcId="{A5F0FBF3-ABDF-4F5B-927F-6008FD96FBFC}" destId="{689698BD-5BB9-4BDD-8C11-3CC3F1D7A6D2}" srcOrd="0" destOrd="0" presId="urn:microsoft.com/office/officeart/2005/8/layout/vList2"/>
    <dgm:cxn modelId="{9D1F3E65-BC37-4154-B94E-ED459152700A}" type="presOf" srcId="{AE0AB201-13C4-452A-B729-FC14B5D196A5}" destId="{FA822E38-B4F0-46A9-A3D2-41AA91591282}" srcOrd="0" destOrd="0" presId="urn:microsoft.com/office/officeart/2005/8/layout/vList2"/>
    <dgm:cxn modelId="{DBE28A45-0B84-463B-969C-282BA57302FD}" srcId="{A5F0FBF3-ABDF-4F5B-927F-6008FD96FBFC}" destId="{593FA1AC-3DD1-4031-867D-A8C64B494574}" srcOrd="5" destOrd="0" parTransId="{188028E7-0FB1-48ED-94A9-1DB9724CBECF}" sibTransId="{30884198-94B2-474D-B56E-684F9D5F82A9}"/>
    <dgm:cxn modelId="{A20D968A-078D-48E5-80A5-960DD26A4DB2}" srcId="{A5F0FBF3-ABDF-4F5B-927F-6008FD96FBFC}" destId="{E1E8090B-2404-4F6D-9F83-D91CD22641B7}" srcOrd="3" destOrd="0" parTransId="{08C0AB5A-B012-43A5-A4F2-B1A479A00B11}" sibTransId="{D75D8E2F-E044-445A-99A9-5653BD81CEE3}"/>
    <dgm:cxn modelId="{FA8EF2A7-F5B8-4DF4-83DF-747B2B4C213E}" srcId="{A5F0FBF3-ABDF-4F5B-927F-6008FD96FBFC}" destId="{971525B3-4823-44A7-AB63-4A725CF106A4}" srcOrd="1" destOrd="0" parTransId="{FEA84FA4-2447-4D13-AF4A-D644C2F2BE28}" sibTransId="{0A2F89E6-0056-41D2-9092-9AD5ACBAF7EC}"/>
    <dgm:cxn modelId="{24979CB0-F152-40CA-98A1-B0CFD0DE8752}" type="presOf" srcId="{971525B3-4823-44A7-AB63-4A725CF106A4}" destId="{B1D91040-EB97-43B9-BBF5-168DAC89473C}" srcOrd="0" destOrd="0" presId="urn:microsoft.com/office/officeart/2005/8/layout/vList2"/>
    <dgm:cxn modelId="{053545BA-6A29-4A91-9E4B-60F7A48BCF92}" srcId="{A5F0FBF3-ABDF-4F5B-927F-6008FD96FBFC}" destId="{AE0AB201-13C4-452A-B729-FC14B5D196A5}" srcOrd="0" destOrd="0" parTransId="{C7538C1C-98E1-4B39-8BFE-7FACBE583885}" sibTransId="{C80C5800-6350-47B9-9434-FCDBEADD3C69}"/>
    <dgm:cxn modelId="{F86A2BBB-B748-44DE-9621-BDD73B174396}" srcId="{A5F0FBF3-ABDF-4F5B-927F-6008FD96FBFC}" destId="{8289F1F6-EE0D-4406-8679-BC35737040C0}" srcOrd="4" destOrd="0" parTransId="{6B3E07F8-FCCF-473A-B20A-E8848EC5DD95}" sibTransId="{2FCE7C52-C3EE-4558-8CB9-A9DDD9D4BB61}"/>
    <dgm:cxn modelId="{37783CD5-BC1F-4E8B-924B-41873F1D0C7E}" type="presOf" srcId="{E1E8090B-2404-4F6D-9F83-D91CD22641B7}" destId="{4AB269C0-A1D3-435D-8D87-78D26D2629D5}" srcOrd="0" destOrd="0" presId="urn:microsoft.com/office/officeart/2005/8/layout/vList2"/>
    <dgm:cxn modelId="{26B82FDE-083C-467A-95D0-5B663614FD3E}" srcId="{A5F0FBF3-ABDF-4F5B-927F-6008FD96FBFC}" destId="{EEB6F49B-6CB1-4C08-B444-8413F81CAA4F}" srcOrd="2" destOrd="0" parTransId="{02B641E8-5439-4359-9E1D-EE2AA851BB5C}" sibTransId="{45C5E0CC-F0F0-4C5F-A580-220DB46ED40A}"/>
    <dgm:cxn modelId="{27A9BBDF-4B01-45BE-AFBC-F286E5290B15}" type="presOf" srcId="{593FA1AC-3DD1-4031-867D-A8C64B494574}" destId="{A56C0D60-7598-4E2A-B635-77777F70BEAF}" srcOrd="0" destOrd="0" presId="urn:microsoft.com/office/officeart/2005/8/layout/vList2"/>
    <dgm:cxn modelId="{54D515F9-9C09-4F88-9930-967C2D906B15}" type="presOf" srcId="{EEB6F49B-6CB1-4C08-B444-8413F81CAA4F}" destId="{EEC6E7EF-81D8-4480-86C5-4A496E92964C}" srcOrd="0" destOrd="0" presId="urn:microsoft.com/office/officeart/2005/8/layout/vList2"/>
    <dgm:cxn modelId="{3C79F504-2E45-4BE7-9DE6-3553F6CC9A0E}" type="presParOf" srcId="{689698BD-5BB9-4BDD-8C11-3CC3F1D7A6D2}" destId="{FA822E38-B4F0-46A9-A3D2-41AA91591282}" srcOrd="0" destOrd="0" presId="urn:microsoft.com/office/officeart/2005/8/layout/vList2"/>
    <dgm:cxn modelId="{6ABB607D-8974-4CFA-97EC-4184449CA275}" type="presParOf" srcId="{689698BD-5BB9-4BDD-8C11-3CC3F1D7A6D2}" destId="{F7A0C63D-F01B-464D-ACF2-AECCA0DFF145}" srcOrd="1" destOrd="0" presId="urn:microsoft.com/office/officeart/2005/8/layout/vList2"/>
    <dgm:cxn modelId="{8DCA3499-16D6-41C5-B6DB-6B131B0149F1}" type="presParOf" srcId="{689698BD-5BB9-4BDD-8C11-3CC3F1D7A6D2}" destId="{B1D91040-EB97-43B9-BBF5-168DAC89473C}" srcOrd="2" destOrd="0" presId="urn:microsoft.com/office/officeart/2005/8/layout/vList2"/>
    <dgm:cxn modelId="{9C45475C-F3A9-41CF-9B03-886D32DCCB5B}" type="presParOf" srcId="{689698BD-5BB9-4BDD-8C11-3CC3F1D7A6D2}" destId="{EA1A6BFE-9979-48FC-A46D-44B234BC63BF}" srcOrd="3" destOrd="0" presId="urn:microsoft.com/office/officeart/2005/8/layout/vList2"/>
    <dgm:cxn modelId="{BDE233BE-B5AA-4325-B68D-75B42C6A97F2}" type="presParOf" srcId="{689698BD-5BB9-4BDD-8C11-3CC3F1D7A6D2}" destId="{EEC6E7EF-81D8-4480-86C5-4A496E92964C}" srcOrd="4" destOrd="0" presId="urn:microsoft.com/office/officeart/2005/8/layout/vList2"/>
    <dgm:cxn modelId="{A2B1A926-8943-4C55-B1F0-1BC8B8EB0B9D}" type="presParOf" srcId="{689698BD-5BB9-4BDD-8C11-3CC3F1D7A6D2}" destId="{7E4EC877-2D45-4A06-AE7E-259A5F953DE5}" srcOrd="5" destOrd="0" presId="urn:microsoft.com/office/officeart/2005/8/layout/vList2"/>
    <dgm:cxn modelId="{E9C722AE-FA2E-43FA-BF56-4980093A47FE}" type="presParOf" srcId="{689698BD-5BB9-4BDD-8C11-3CC3F1D7A6D2}" destId="{4AB269C0-A1D3-435D-8D87-78D26D2629D5}" srcOrd="6" destOrd="0" presId="urn:microsoft.com/office/officeart/2005/8/layout/vList2"/>
    <dgm:cxn modelId="{B6B81856-AA05-4ABF-93C8-BFAC15209D7D}" type="presParOf" srcId="{689698BD-5BB9-4BDD-8C11-3CC3F1D7A6D2}" destId="{D7D052A4-36E0-470B-81F6-91E55EA9EA04}" srcOrd="7" destOrd="0" presId="urn:microsoft.com/office/officeart/2005/8/layout/vList2"/>
    <dgm:cxn modelId="{BDA71ADC-58FB-477C-BA70-872EC722CDDF}" type="presParOf" srcId="{689698BD-5BB9-4BDD-8C11-3CC3F1D7A6D2}" destId="{1F697562-9BC8-47B5-863B-F59050969FD8}" srcOrd="8" destOrd="0" presId="urn:microsoft.com/office/officeart/2005/8/layout/vList2"/>
    <dgm:cxn modelId="{E6D2F699-4876-4D2A-A380-43B3A35243CA}" type="presParOf" srcId="{689698BD-5BB9-4BDD-8C11-3CC3F1D7A6D2}" destId="{CB79E025-6154-4FE8-A143-8BC018745186}" srcOrd="9" destOrd="0" presId="urn:microsoft.com/office/officeart/2005/8/layout/vList2"/>
    <dgm:cxn modelId="{196B7E7A-2E80-420F-B3E6-0A7C626E9740}" type="presParOf" srcId="{689698BD-5BB9-4BDD-8C11-3CC3F1D7A6D2}" destId="{A56C0D60-7598-4E2A-B635-77777F70BEA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BFB776-3577-4503-8FC2-06FEEE25ED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C2CD6F-F82B-4283-A483-D038E62113E4}">
      <dgm:prSet/>
      <dgm:spPr/>
      <dgm:t>
        <a:bodyPr/>
        <a:lstStyle/>
        <a:p>
          <a:r>
            <a:rPr lang="en-US"/>
            <a:t>If dot is before a non-terminal B, include all productions of B starting with a dot</a:t>
          </a:r>
        </a:p>
      </dgm:t>
    </dgm:pt>
    <dgm:pt modelId="{8CEE6213-84EB-47E0-AAAA-0BCD562C51DE}" type="parTrans" cxnId="{5DCE5272-3968-40F7-84B0-37E36B586BC1}">
      <dgm:prSet/>
      <dgm:spPr/>
      <dgm:t>
        <a:bodyPr/>
        <a:lstStyle/>
        <a:p>
          <a:endParaRPr lang="en-US"/>
        </a:p>
      </dgm:t>
    </dgm:pt>
    <dgm:pt modelId="{8507B2AE-6582-46C5-B7A9-D09A823B1CE6}" type="sibTrans" cxnId="{5DCE5272-3968-40F7-84B0-37E36B586BC1}">
      <dgm:prSet/>
      <dgm:spPr/>
      <dgm:t>
        <a:bodyPr/>
        <a:lstStyle/>
        <a:p>
          <a:endParaRPr lang="en-US"/>
        </a:p>
      </dgm:t>
    </dgm:pt>
    <dgm:pt modelId="{CEE32633-5F38-44F7-AFC6-6CC10AA37BDC}">
      <dgm:prSet/>
      <dgm:spPr/>
      <dgm:t>
        <a:bodyPr/>
        <a:lstStyle/>
        <a:p>
          <a:r>
            <a:rPr lang="en-US"/>
            <a:t>Example:</a:t>
          </a:r>
        </a:p>
      </dgm:t>
    </dgm:pt>
    <dgm:pt modelId="{320F3DE0-2212-4B2D-B8D0-E35AD18EECF1}" type="parTrans" cxnId="{46CDEC21-AB0E-44E1-894C-A2DEC8FF0B4C}">
      <dgm:prSet/>
      <dgm:spPr/>
      <dgm:t>
        <a:bodyPr/>
        <a:lstStyle/>
        <a:p>
          <a:endParaRPr lang="en-US"/>
        </a:p>
      </dgm:t>
    </dgm:pt>
    <dgm:pt modelId="{6D5A9711-B250-4FE2-AF9F-680C4B985ACA}" type="sibTrans" cxnId="{46CDEC21-AB0E-44E1-894C-A2DEC8FF0B4C}">
      <dgm:prSet/>
      <dgm:spPr/>
      <dgm:t>
        <a:bodyPr/>
        <a:lstStyle/>
        <a:p>
          <a:endParaRPr lang="en-US"/>
        </a:p>
      </dgm:t>
    </dgm:pt>
    <dgm:pt modelId="{DD6CD70E-F238-4874-B831-16206FE883B4}">
      <dgm:prSet/>
      <dgm:spPr/>
      <dgm:t>
        <a:bodyPr/>
        <a:lstStyle/>
        <a:p>
          <a:r>
            <a:rPr lang="en-US"/>
            <a:t>Item: A → •B</a:t>
          </a:r>
        </a:p>
      </dgm:t>
    </dgm:pt>
    <dgm:pt modelId="{490DC9A8-FD08-4949-A3F7-6B7D2C5793B0}" type="parTrans" cxnId="{D6479C3F-5DE1-40D1-AB4A-3DE0270AE2F1}">
      <dgm:prSet/>
      <dgm:spPr/>
      <dgm:t>
        <a:bodyPr/>
        <a:lstStyle/>
        <a:p>
          <a:endParaRPr lang="en-US"/>
        </a:p>
      </dgm:t>
    </dgm:pt>
    <dgm:pt modelId="{DBBCDF1E-35DE-4407-97DA-E3AC001F95F7}" type="sibTrans" cxnId="{D6479C3F-5DE1-40D1-AB4A-3DE0270AE2F1}">
      <dgm:prSet/>
      <dgm:spPr/>
      <dgm:t>
        <a:bodyPr/>
        <a:lstStyle/>
        <a:p>
          <a:endParaRPr lang="en-US"/>
        </a:p>
      </dgm:t>
    </dgm:pt>
    <dgm:pt modelId="{CD95AE3F-C73A-4950-8B0E-1E55904AA30E}">
      <dgm:prSet/>
      <dgm:spPr/>
      <dgm:t>
        <a:bodyPr/>
        <a:lstStyle/>
        <a:p>
          <a:r>
            <a:rPr lang="en-US"/>
            <a:t>If B → bC, add B → •bC to closure</a:t>
          </a:r>
        </a:p>
      </dgm:t>
    </dgm:pt>
    <dgm:pt modelId="{4E136C71-BE4A-481F-A0AC-CA014C871A55}" type="parTrans" cxnId="{597BD903-5348-4A32-A6F0-C2A2E9795E2D}">
      <dgm:prSet/>
      <dgm:spPr/>
      <dgm:t>
        <a:bodyPr/>
        <a:lstStyle/>
        <a:p>
          <a:endParaRPr lang="en-US"/>
        </a:p>
      </dgm:t>
    </dgm:pt>
    <dgm:pt modelId="{7245ECF7-0440-465F-910A-FDBBFFA1790C}" type="sibTrans" cxnId="{597BD903-5348-4A32-A6F0-C2A2E9795E2D}">
      <dgm:prSet/>
      <dgm:spPr/>
      <dgm:t>
        <a:bodyPr/>
        <a:lstStyle/>
        <a:p>
          <a:endParaRPr lang="en-US"/>
        </a:p>
      </dgm:t>
    </dgm:pt>
    <dgm:pt modelId="{95BDA0AA-543A-48F4-B2D2-DCA21D6A5336}" type="pres">
      <dgm:prSet presAssocID="{A5BFB776-3577-4503-8FC2-06FEEE25EDCD}" presName="linear" presStyleCnt="0">
        <dgm:presLayoutVars>
          <dgm:animLvl val="lvl"/>
          <dgm:resizeHandles val="exact"/>
        </dgm:presLayoutVars>
      </dgm:prSet>
      <dgm:spPr/>
    </dgm:pt>
    <dgm:pt modelId="{2783E651-49AE-432E-98DF-42AD98EFEB3C}" type="pres">
      <dgm:prSet presAssocID="{59C2CD6F-F82B-4283-A483-D038E62113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5AECA86-6B5D-4DA0-8964-3F9FB33D81BA}" type="pres">
      <dgm:prSet presAssocID="{8507B2AE-6582-46C5-B7A9-D09A823B1CE6}" presName="spacer" presStyleCnt="0"/>
      <dgm:spPr/>
    </dgm:pt>
    <dgm:pt modelId="{547DBC88-CE90-4759-A149-5884F4FA9F81}" type="pres">
      <dgm:prSet presAssocID="{CEE32633-5F38-44F7-AFC6-6CC10AA37B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A13C74-C768-4919-A52B-64F85BF83997}" type="pres">
      <dgm:prSet presAssocID="{6D5A9711-B250-4FE2-AF9F-680C4B985ACA}" presName="spacer" presStyleCnt="0"/>
      <dgm:spPr/>
    </dgm:pt>
    <dgm:pt modelId="{FA552A45-E6B4-4302-AB17-D8C74A0E6073}" type="pres">
      <dgm:prSet presAssocID="{DD6CD70E-F238-4874-B831-16206FE883B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6F204C4-8BDE-4D46-88C6-67081798D720}" type="pres">
      <dgm:prSet presAssocID="{DBBCDF1E-35DE-4407-97DA-E3AC001F95F7}" presName="spacer" presStyleCnt="0"/>
      <dgm:spPr/>
    </dgm:pt>
    <dgm:pt modelId="{2A89EEF1-188B-4CBC-89CB-CE0EC9AF0990}" type="pres">
      <dgm:prSet presAssocID="{CD95AE3F-C73A-4950-8B0E-1E55904AA3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7BD903-5348-4A32-A6F0-C2A2E9795E2D}" srcId="{A5BFB776-3577-4503-8FC2-06FEEE25EDCD}" destId="{CD95AE3F-C73A-4950-8B0E-1E55904AA30E}" srcOrd="3" destOrd="0" parTransId="{4E136C71-BE4A-481F-A0AC-CA014C871A55}" sibTransId="{7245ECF7-0440-465F-910A-FDBBFFA1790C}"/>
    <dgm:cxn modelId="{779E1A1A-BC2C-4BDF-B200-A3458A4EEB58}" type="presOf" srcId="{CEE32633-5F38-44F7-AFC6-6CC10AA37BDC}" destId="{547DBC88-CE90-4759-A149-5884F4FA9F81}" srcOrd="0" destOrd="0" presId="urn:microsoft.com/office/officeart/2005/8/layout/vList2"/>
    <dgm:cxn modelId="{46CDEC21-AB0E-44E1-894C-A2DEC8FF0B4C}" srcId="{A5BFB776-3577-4503-8FC2-06FEEE25EDCD}" destId="{CEE32633-5F38-44F7-AFC6-6CC10AA37BDC}" srcOrd="1" destOrd="0" parTransId="{320F3DE0-2212-4B2D-B8D0-E35AD18EECF1}" sibTransId="{6D5A9711-B250-4FE2-AF9F-680C4B985ACA}"/>
    <dgm:cxn modelId="{D6479C3F-5DE1-40D1-AB4A-3DE0270AE2F1}" srcId="{A5BFB776-3577-4503-8FC2-06FEEE25EDCD}" destId="{DD6CD70E-F238-4874-B831-16206FE883B4}" srcOrd="2" destOrd="0" parTransId="{490DC9A8-FD08-4949-A3F7-6B7D2C5793B0}" sibTransId="{DBBCDF1E-35DE-4407-97DA-E3AC001F95F7}"/>
    <dgm:cxn modelId="{5DCE5272-3968-40F7-84B0-37E36B586BC1}" srcId="{A5BFB776-3577-4503-8FC2-06FEEE25EDCD}" destId="{59C2CD6F-F82B-4283-A483-D038E62113E4}" srcOrd="0" destOrd="0" parTransId="{8CEE6213-84EB-47E0-AAAA-0BCD562C51DE}" sibTransId="{8507B2AE-6582-46C5-B7A9-D09A823B1CE6}"/>
    <dgm:cxn modelId="{20E58172-7999-4069-BEF7-F7D60AC2CE77}" type="presOf" srcId="{DD6CD70E-F238-4874-B831-16206FE883B4}" destId="{FA552A45-E6B4-4302-AB17-D8C74A0E6073}" srcOrd="0" destOrd="0" presId="urn:microsoft.com/office/officeart/2005/8/layout/vList2"/>
    <dgm:cxn modelId="{8DA82C90-CD5E-4740-BB24-595F4CCB36DB}" type="presOf" srcId="{A5BFB776-3577-4503-8FC2-06FEEE25EDCD}" destId="{95BDA0AA-543A-48F4-B2D2-DCA21D6A5336}" srcOrd="0" destOrd="0" presId="urn:microsoft.com/office/officeart/2005/8/layout/vList2"/>
    <dgm:cxn modelId="{89BDF19C-203A-4B39-8FD9-659B8007CC7F}" type="presOf" srcId="{CD95AE3F-C73A-4950-8B0E-1E55904AA30E}" destId="{2A89EEF1-188B-4CBC-89CB-CE0EC9AF0990}" srcOrd="0" destOrd="0" presId="urn:microsoft.com/office/officeart/2005/8/layout/vList2"/>
    <dgm:cxn modelId="{7BC66BEC-B32F-434F-9308-7788C25ECB22}" type="presOf" srcId="{59C2CD6F-F82B-4283-A483-D038E62113E4}" destId="{2783E651-49AE-432E-98DF-42AD98EFEB3C}" srcOrd="0" destOrd="0" presId="urn:microsoft.com/office/officeart/2005/8/layout/vList2"/>
    <dgm:cxn modelId="{F4E253F3-2D7B-45F2-9BBD-E3B71AFA846B}" type="presParOf" srcId="{95BDA0AA-543A-48F4-B2D2-DCA21D6A5336}" destId="{2783E651-49AE-432E-98DF-42AD98EFEB3C}" srcOrd="0" destOrd="0" presId="urn:microsoft.com/office/officeart/2005/8/layout/vList2"/>
    <dgm:cxn modelId="{C3449D0F-7F63-4471-BDA1-BFC11A104C45}" type="presParOf" srcId="{95BDA0AA-543A-48F4-B2D2-DCA21D6A5336}" destId="{05AECA86-6B5D-4DA0-8964-3F9FB33D81BA}" srcOrd="1" destOrd="0" presId="urn:microsoft.com/office/officeart/2005/8/layout/vList2"/>
    <dgm:cxn modelId="{7A168EA7-DBED-47F3-B835-DDE43903FB0E}" type="presParOf" srcId="{95BDA0AA-543A-48F4-B2D2-DCA21D6A5336}" destId="{547DBC88-CE90-4759-A149-5884F4FA9F81}" srcOrd="2" destOrd="0" presId="urn:microsoft.com/office/officeart/2005/8/layout/vList2"/>
    <dgm:cxn modelId="{7A825EB6-69BB-4E3C-8468-E6EEF3C0BF5E}" type="presParOf" srcId="{95BDA0AA-543A-48F4-B2D2-DCA21D6A5336}" destId="{13A13C74-C768-4919-A52B-64F85BF83997}" srcOrd="3" destOrd="0" presId="urn:microsoft.com/office/officeart/2005/8/layout/vList2"/>
    <dgm:cxn modelId="{C22F70D1-14E0-4B3C-9725-6E1937CFC8F6}" type="presParOf" srcId="{95BDA0AA-543A-48F4-B2D2-DCA21D6A5336}" destId="{FA552A45-E6B4-4302-AB17-D8C74A0E6073}" srcOrd="4" destOrd="0" presId="urn:microsoft.com/office/officeart/2005/8/layout/vList2"/>
    <dgm:cxn modelId="{F845D423-07AE-41DA-B9C3-50A6A2A07EBA}" type="presParOf" srcId="{95BDA0AA-543A-48F4-B2D2-DCA21D6A5336}" destId="{46F204C4-8BDE-4D46-88C6-67081798D720}" srcOrd="5" destOrd="0" presId="urn:microsoft.com/office/officeart/2005/8/layout/vList2"/>
    <dgm:cxn modelId="{5E72C0E2-6B8D-4FC4-BF08-384C9CCC2F94}" type="presParOf" srcId="{95BDA0AA-543A-48F4-B2D2-DCA21D6A5336}" destId="{2A89EEF1-188B-4CBC-89CB-CE0EC9AF09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C6E403-664E-4FF7-9A02-D12C8CB9EF9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BFE04A-7016-4997-A976-C787493B0B56}">
      <dgm:prSet/>
      <dgm:spPr/>
      <dgm:t>
        <a:bodyPr/>
        <a:lstStyle/>
        <a:p>
          <a:r>
            <a:rPr lang="en-US"/>
            <a:t>Move the dot over a grammar symbol (terminal or non-terminal)</a:t>
          </a:r>
        </a:p>
      </dgm:t>
    </dgm:pt>
    <dgm:pt modelId="{EF316950-4EC2-4502-8B67-4B4C758AF50C}" type="parTrans" cxnId="{DA002F38-060F-4600-9122-3FFDEEC85CDC}">
      <dgm:prSet/>
      <dgm:spPr/>
      <dgm:t>
        <a:bodyPr/>
        <a:lstStyle/>
        <a:p>
          <a:endParaRPr lang="en-US"/>
        </a:p>
      </dgm:t>
    </dgm:pt>
    <dgm:pt modelId="{0EF431D3-971E-4060-9B36-8C87BAA3D92F}" type="sibTrans" cxnId="{DA002F38-060F-4600-9122-3FFDEEC85CDC}">
      <dgm:prSet/>
      <dgm:spPr/>
      <dgm:t>
        <a:bodyPr/>
        <a:lstStyle/>
        <a:p>
          <a:endParaRPr lang="en-US"/>
        </a:p>
      </dgm:t>
    </dgm:pt>
    <dgm:pt modelId="{429D1FE6-1A0F-4932-88FA-514D0502DF12}">
      <dgm:prSet/>
      <dgm:spPr/>
      <dgm:t>
        <a:bodyPr/>
        <a:lstStyle/>
        <a:p>
          <a:r>
            <a:rPr lang="en-US"/>
            <a:t>Then compute closure of the new item set</a:t>
          </a:r>
        </a:p>
      </dgm:t>
    </dgm:pt>
    <dgm:pt modelId="{9C62AF6C-30B4-4A71-93D6-FA30F9014D3B}" type="parTrans" cxnId="{AE3ED051-1E6F-46D6-A40E-70A59B83D433}">
      <dgm:prSet/>
      <dgm:spPr/>
      <dgm:t>
        <a:bodyPr/>
        <a:lstStyle/>
        <a:p>
          <a:endParaRPr lang="en-US"/>
        </a:p>
      </dgm:t>
    </dgm:pt>
    <dgm:pt modelId="{1CF6AB6C-2797-4406-8E77-BC67C8DED96E}" type="sibTrans" cxnId="{AE3ED051-1E6F-46D6-A40E-70A59B83D433}">
      <dgm:prSet/>
      <dgm:spPr/>
      <dgm:t>
        <a:bodyPr/>
        <a:lstStyle/>
        <a:p>
          <a:endParaRPr lang="en-US"/>
        </a:p>
      </dgm:t>
    </dgm:pt>
    <dgm:pt modelId="{05DF2A49-D6F6-49B6-BE13-67A128D68C8E}">
      <dgm:prSet/>
      <dgm:spPr/>
      <dgm:t>
        <a:bodyPr/>
        <a:lstStyle/>
        <a:p>
          <a:r>
            <a:rPr lang="en-US"/>
            <a:t>Example:</a:t>
          </a:r>
        </a:p>
      </dgm:t>
    </dgm:pt>
    <dgm:pt modelId="{33E34A1D-1BC2-4FE1-998D-601536E7414A}" type="parTrans" cxnId="{A713BCDD-CEF9-4D83-A5A0-83803485CE0F}">
      <dgm:prSet/>
      <dgm:spPr/>
      <dgm:t>
        <a:bodyPr/>
        <a:lstStyle/>
        <a:p>
          <a:endParaRPr lang="en-US"/>
        </a:p>
      </dgm:t>
    </dgm:pt>
    <dgm:pt modelId="{3FB90CAD-12D5-4A57-BDE1-F2D5DAED913B}" type="sibTrans" cxnId="{A713BCDD-CEF9-4D83-A5A0-83803485CE0F}">
      <dgm:prSet/>
      <dgm:spPr/>
      <dgm:t>
        <a:bodyPr/>
        <a:lstStyle/>
        <a:p>
          <a:endParaRPr lang="en-US"/>
        </a:p>
      </dgm:t>
    </dgm:pt>
    <dgm:pt modelId="{D6057CC6-FDC8-45B1-A2F2-15498D655DDA}">
      <dgm:prSet/>
      <dgm:spPr/>
      <dgm:t>
        <a:bodyPr/>
        <a:lstStyle/>
        <a:p>
          <a:r>
            <a:rPr lang="en-US"/>
            <a:t>From A → •aB, GOTO on &amp;amp;apos;a&amp;amp;apos; → A → a•B</a:t>
          </a:r>
        </a:p>
      </dgm:t>
    </dgm:pt>
    <dgm:pt modelId="{50765D2F-0D12-4F7E-AEC2-2761CA93E229}" type="parTrans" cxnId="{5DACB600-C8C9-4E26-BAFE-39E9B70CC3C4}">
      <dgm:prSet/>
      <dgm:spPr/>
      <dgm:t>
        <a:bodyPr/>
        <a:lstStyle/>
        <a:p>
          <a:endParaRPr lang="en-US"/>
        </a:p>
      </dgm:t>
    </dgm:pt>
    <dgm:pt modelId="{7B27FB25-9377-4D23-AE95-3F9DB52C66A3}" type="sibTrans" cxnId="{5DACB600-C8C9-4E26-BAFE-39E9B70CC3C4}">
      <dgm:prSet/>
      <dgm:spPr/>
      <dgm:t>
        <a:bodyPr/>
        <a:lstStyle/>
        <a:p>
          <a:endParaRPr lang="en-US"/>
        </a:p>
      </dgm:t>
    </dgm:pt>
    <dgm:pt modelId="{21D5410C-A509-4469-9801-F7DA8538B50F}" type="pres">
      <dgm:prSet presAssocID="{16C6E403-664E-4FF7-9A02-D12C8CB9EF90}" presName="linear" presStyleCnt="0">
        <dgm:presLayoutVars>
          <dgm:animLvl val="lvl"/>
          <dgm:resizeHandles val="exact"/>
        </dgm:presLayoutVars>
      </dgm:prSet>
      <dgm:spPr/>
    </dgm:pt>
    <dgm:pt modelId="{E3C19825-94DC-4B49-BA4D-1E9FE489E4C1}" type="pres">
      <dgm:prSet presAssocID="{38BFE04A-7016-4997-A976-C787493B0B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866281-AA87-416C-9DA2-3BD6AE1AB112}" type="pres">
      <dgm:prSet presAssocID="{0EF431D3-971E-4060-9B36-8C87BAA3D92F}" presName="spacer" presStyleCnt="0"/>
      <dgm:spPr/>
    </dgm:pt>
    <dgm:pt modelId="{3DA3613D-AFD2-4B35-8D11-F6D7E36A99FE}" type="pres">
      <dgm:prSet presAssocID="{429D1FE6-1A0F-4932-88FA-514D0502DF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45344F-07B5-47FE-A8F6-62363D6C3881}" type="pres">
      <dgm:prSet presAssocID="{1CF6AB6C-2797-4406-8E77-BC67C8DED96E}" presName="spacer" presStyleCnt="0"/>
      <dgm:spPr/>
    </dgm:pt>
    <dgm:pt modelId="{67BED471-39E5-44C0-AAFA-3DD8134E0B6F}" type="pres">
      <dgm:prSet presAssocID="{05DF2A49-D6F6-49B6-BE13-67A128D68C8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C77998-BE11-4B90-B5A0-B6BD24CD8ADA}" type="pres">
      <dgm:prSet presAssocID="{3FB90CAD-12D5-4A57-BDE1-F2D5DAED913B}" presName="spacer" presStyleCnt="0"/>
      <dgm:spPr/>
    </dgm:pt>
    <dgm:pt modelId="{06258F10-65F7-4680-8A66-73FCCD20E954}" type="pres">
      <dgm:prSet presAssocID="{D6057CC6-FDC8-45B1-A2F2-15498D655DD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ACB600-C8C9-4E26-BAFE-39E9B70CC3C4}" srcId="{16C6E403-664E-4FF7-9A02-D12C8CB9EF90}" destId="{D6057CC6-FDC8-45B1-A2F2-15498D655DDA}" srcOrd="3" destOrd="0" parTransId="{50765D2F-0D12-4F7E-AEC2-2761CA93E229}" sibTransId="{7B27FB25-9377-4D23-AE95-3F9DB52C66A3}"/>
    <dgm:cxn modelId="{0FDDFC1D-B919-4827-80E8-9FD85F79B982}" type="presOf" srcId="{16C6E403-664E-4FF7-9A02-D12C8CB9EF90}" destId="{21D5410C-A509-4469-9801-F7DA8538B50F}" srcOrd="0" destOrd="0" presId="urn:microsoft.com/office/officeart/2005/8/layout/vList2"/>
    <dgm:cxn modelId="{DA002F38-060F-4600-9122-3FFDEEC85CDC}" srcId="{16C6E403-664E-4FF7-9A02-D12C8CB9EF90}" destId="{38BFE04A-7016-4997-A976-C787493B0B56}" srcOrd="0" destOrd="0" parTransId="{EF316950-4EC2-4502-8B67-4B4C758AF50C}" sibTransId="{0EF431D3-971E-4060-9B36-8C87BAA3D92F}"/>
    <dgm:cxn modelId="{1E89F747-3F6F-4A36-8B8E-85F1AD0A6D00}" type="presOf" srcId="{38BFE04A-7016-4997-A976-C787493B0B56}" destId="{E3C19825-94DC-4B49-BA4D-1E9FE489E4C1}" srcOrd="0" destOrd="0" presId="urn:microsoft.com/office/officeart/2005/8/layout/vList2"/>
    <dgm:cxn modelId="{AE3ED051-1E6F-46D6-A40E-70A59B83D433}" srcId="{16C6E403-664E-4FF7-9A02-D12C8CB9EF90}" destId="{429D1FE6-1A0F-4932-88FA-514D0502DF12}" srcOrd="1" destOrd="0" parTransId="{9C62AF6C-30B4-4A71-93D6-FA30F9014D3B}" sibTransId="{1CF6AB6C-2797-4406-8E77-BC67C8DED96E}"/>
    <dgm:cxn modelId="{42EB1459-AF89-48CB-9076-97085AFCA88E}" type="presOf" srcId="{D6057CC6-FDC8-45B1-A2F2-15498D655DDA}" destId="{06258F10-65F7-4680-8A66-73FCCD20E954}" srcOrd="0" destOrd="0" presId="urn:microsoft.com/office/officeart/2005/8/layout/vList2"/>
    <dgm:cxn modelId="{C5F5A2B8-0B26-4160-BD5E-ACB9B431B9B8}" type="presOf" srcId="{05DF2A49-D6F6-49B6-BE13-67A128D68C8E}" destId="{67BED471-39E5-44C0-AAFA-3DD8134E0B6F}" srcOrd="0" destOrd="0" presId="urn:microsoft.com/office/officeart/2005/8/layout/vList2"/>
    <dgm:cxn modelId="{4D8E9BD8-6B3F-48C7-9FD5-534BB23B46E0}" type="presOf" srcId="{429D1FE6-1A0F-4932-88FA-514D0502DF12}" destId="{3DA3613D-AFD2-4B35-8D11-F6D7E36A99FE}" srcOrd="0" destOrd="0" presId="urn:microsoft.com/office/officeart/2005/8/layout/vList2"/>
    <dgm:cxn modelId="{A713BCDD-CEF9-4D83-A5A0-83803485CE0F}" srcId="{16C6E403-664E-4FF7-9A02-D12C8CB9EF90}" destId="{05DF2A49-D6F6-49B6-BE13-67A128D68C8E}" srcOrd="2" destOrd="0" parTransId="{33E34A1D-1BC2-4FE1-998D-601536E7414A}" sibTransId="{3FB90CAD-12D5-4A57-BDE1-F2D5DAED913B}"/>
    <dgm:cxn modelId="{05D33B98-9E3D-466F-901C-BF9354017377}" type="presParOf" srcId="{21D5410C-A509-4469-9801-F7DA8538B50F}" destId="{E3C19825-94DC-4B49-BA4D-1E9FE489E4C1}" srcOrd="0" destOrd="0" presId="urn:microsoft.com/office/officeart/2005/8/layout/vList2"/>
    <dgm:cxn modelId="{8B3F04A6-A8FD-462D-8F76-61F16C61E3E2}" type="presParOf" srcId="{21D5410C-A509-4469-9801-F7DA8538B50F}" destId="{D1866281-AA87-416C-9DA2-3BD6AE1AB112}" srcOrd="1" destOrd="0" presId="urn:microsoft.com/office/officeart/2005/8/layout/vList2"/>
    <dgm:cxn modelId="{E2C2F34D-DDF8-4095-B912-D1BDB8C248DA}" type="presParOf" srcId="{21D5410C-A509-4469-9801-F7DA8538B50F}" destId="{3DA3613D-AFD2-4B35-8D11-F6D7E36A99FE}" srcOrd="2" destOrd="0" presId="urn:microsoft.com/office/officeart/2005/8/layout/vList2"/>
    <dgm:cxn modelId="{0F842582-D5DF-44AE-983E-7DDCAFF70C13}" type="presParOf" srcId="{21D5410C-A509-4469-9801-F7DA8538B50F}" destId="{9545344F-07B5-47FE-A8F6-62363D6C3881}" srcOrd="3" destOrd="0" presId="urn:microsoft.com/office/officeart/2005/8/layout/vList2"/>
    <dgm:cxn modelId="{4A4905E5-117A-4C7F-8109-30CDF1B18146}" type="presParOf" srcId="{21D5410C-A509-4469-9801-F7DA8538B50F}" destId="{67BED471-39E5-44C0-AAFA-3DD8134E0B6F}" srcOrd="4" destOrd="0" presId="urn:microsoft.com/office/officeart/2005/8/layout/vList2"/>
    <dgm:cxn modelId="{CC14E204-D77B-4616-8CF8-F1ED4A9404AC}" type="presParOf" srcId="{21D5410C-A509-4469-9801-F7DA8538B50F}" destId="{8FC77998-BE11-4B90-B5A0-B6BD24CD8ADA}" srcOrd="5" destOrd="0" presId="urn:microsoft.com/office/officeart/2005/8/layout/vList2"/>
    <dgm:cxn modelId="{E331B09E-E9AF-4F5D-B2B9-319FEEBDCE73}" type="presParOf" srcId="{21D5410C-A509-4469-9801-F7DA8538B50F}" destId="{06258F10-65F7-4680-8A66-73FCCD20E9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3A6E24-DF33-465F-9F09-675C283EDD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3E86622-FACD-4B8E-AB0E-E9BA17B70A6C}">
      <dgm:prSet/>
      <dgm:spPr/>
      <dgm:t>
        <a:bodyPr/>
        <a:lstStyle/>
        <a:p>
          <a:r>
            <a:rPr lang="en-US"/>
            <a:t>Start from closure of S&amp;amp;apos; → •S</a:t>
          </a:r>
        </a:p>
      </dgm:t>
    </dgm:pt>
    <dgm:pt modelId="{F905499F-2C41-433C-9CDD-3FA41BC8CF2D}" type="parTrans" cxnId="{BDF501C4-1CDD-42F0-A99E-ECF03E669668}">
      <dgm:prSet/>
      <dgm:spPr/>
      <dgm:t>
        <a:bodyPr/>
        <a:lstStyle/>
        <a:p>
          <a:endParaRPr lang="en-US"/>
        </a:p>
      </dgm:t>
    </dgm:pt>
    <dgm:pt modelId="{6816CB51-F7D9-43F4-8395-35754A03D7EC}" type="sibTrans" cxnId="{BDF501C4-1CDD-42F0-A99E-ECF03E669668}">
      <dgm:prSet/>
      <dgm:spPr/>
      <dgm:t>
        <a:bodyPr/>
        <a:lstStyle/>
        <a:p>
          <a:endParaRPr lang="en-US"/>
        </a:p>
      </dgm:t>
    </dgm:pt>
    <dgm:pt modelId="{00D0BBF5-A596-4517-8B0D-7DA62029A30F}">
      <dgm:prSet/>
      <dgm:spPr/>
      <dgm:t>
        <a:bodyPr/>
        <a:lstStyle/>
        <a:p>
          <a:r>
            <a:rPr lang="en-US"/>
            <a:t>Use GOTO repeatedly</a:t>
          </a:r>
        </a:p>
      </dgm:t>
    </dgm:pt>
    <dgm:pt modelId="{BDDD1238-0B27-4908-BA11-8AC5C1E1D4B5}" type="parTrans" cxnId="{9A229D88-DC3F-446B-9B41-9DA2B3AD2BCD}">
      <dgm:prSet/>
      <dgm:spPr/>
      <dgm:t>
        <a:bodyPr/>
        <a:lstStyle/>
        <a:p>
          <a:endParaRPr lang="en-US"/>
        </a:p>
      </dgm:t>
    </dgm:pt>
    <dgm:pt modelId="{AE3F4311-8B5C-4FDE-82B5-83429D91DC59}" type="sibTrans" cxnId="{9A229D88-DC3F-446B-9B41-9DA2B3AD2BCD}">
      <dgm:prSet/>
      <dgm:spPr/>
      <dgm:t>
        <a:bodyPr/>
        <a:lstStyle/>
        <a:p>
          <a:endParaRPr lang="en-US"/>
        </a:p>
      </dgm:t>
    </dgm:pt>
    <dgm:pt modelId="{58A52534-5AEA-4AFB-9448-1B1FAA145C54}">
      <dgm:prSet/>
      <dgm:spPr/>
      <dgm:t>
        <a:bodyPr/>
        <a:lstStyle/>
        <a:p>
          <a:r>
            <a:rPr lang="en-US"/>
            <a:t>Each set = DFA state</a:t>
          </a:r>
        </a:p>
      </dgm:t>
    </dgm:pt>
    <dgm:pt modelId="{547FBF33-65B9-4CA3-A5B3-F246563D01F3}" type="parTrans" cxnId="{58E1880D-3B72-46B7-B4D8-273FB7FF35B2}">
      <dgm:prSet/>
      <dgm:spPr/>
      <dgm:t>
        <a:bodyPr/>
        <a:lstStyle/>
        <a:p>
          <a:endParaRPr lang="en-US"/>
        </a:p>
      </dgm:t>
    </dgm:pt>
    <dgm:pt modelId="{689D9B13-A9E7-4F97-9CAC-1D11D9929394}" type="sibTrans" cxnId="{58E1880D-3B72-46B7-B4D8-273FB7FF35B2}">
      <dgm:prSet/>
      <dgm:spPr/>
      <dgm:t>
        <a:bodyPr/>
        <a:lstStyle/>
        <a:p>
          <a:endParaRPr lang="en-US"/>
        </a:p>
      </dgm:t>
    </dgm:pt>
    <dgm:pt modelId="{FDC62CA6-A652-4C50-8768-13A6054DE2C4}">
      <dgm:prSet/>
      <dgm:spPr/>
      <dgm:t>
        <a:bodyPr/>
        <a:lstStyle/>
        <a:p>
          <a:r>
            <a:rPr lang="en-US"/>
            <a:t>State diagram example will be shown below.</a:t>
          </a:r>
        </a:p>
      </dgm:t>
    </dgm:pt>
    <dgm:pt modelId="{20C38A70-BBEA-4CE8-9447-14A89D85B8DC}" type="parTrans" cxnId="{61EC8A70-47EE-42C2-A937-26CF1C47835A}">
      <dgm:prSet/>
      <dgm:spPr/>
      <dgm:t>
        <a:bodyPr/>
        <a:lstStyle/>
        <a:p>
          <a:endParaRPr lang="en-US"/>
        </a:p>
      </dgm:t>
    </dgm:pt>
    <dgm:pt modelId="{9D60E1B3-2A80-4985-97D0-369E4CA20EB6}" type="sibTrans" cxnId="{61EC8A70-47EE-42C2-A937-26CF1C47835A}">
      <dgm:prSet/>
      <dgm:spPr/>
      <dgm:t>
        <a:bodyPr/>
        <a:lstStyle/>
        <a:p>
          <a:endParaRPr lang="en-US"/>
        </a:p>
      </dgm:t>
    </dgm:pt>
    <dgm:pt modelId="{ADB4D8BA-B21F-4F09-A599-0A4192403855}" type="pres">
      <dgm:prSet presAssocID="{373A6E24-DF33-465F-9F09-675C283EDDBA}" presName="linear" presStyleCnt="0">
        <dgm:presLayoutVars>
          <dgm:animLvl val="lvl"/>
          <dgm:resizeHandles val="exact"/>
        </dgm:presLayoutVars>
      </dgm:prSet>
      <dgm:spPr/>
    </dgm:pt>
    <dgm:pt modelId="{92E17740-EEF1-4DF6-ADA7-16A60BB0446C}" type="pres">
      <dgm:prSet presAssocID="{F3E86622-FACD-4B8E-AB0E-E9BA17B70A6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EE0816-9768-4E5E-A4A5-636F91D02D68}" type="pres">
      <dgm:prSet presAssocID="{6816CB51-F7D9-43F4-8395-35754A03D7EC}" presName="spacer" presStyleCnt="0"/>
      <dgm:spPr/>
    </dgm:pt>
    <dgm:pt modelId="{079E01C5-80EB-4B33-B1E6-0D55FEA15BF1}" type="pres">
      <dgm:prSet presAssocID="{00D0BBF5-A596-4517-8B0D-7DA62029A3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90EA7EB-C123-4D63-A18A-11A5BE0D6530}" type="pres">
      <dgm:prSet presAssocID="{AE3F4311-8B5C-4FDE-82B5-83429D91DC59}" presName="spacer" presStyleCnt="0"/>
      <dgm:spPr/>
    </dgm:pt>
    <dgm:pt modelId="{BFAED84D-9568-4EC9-B1AB-7C7374805271}" type="pres">
      <dgm:prSet presAssocID="{58A52534-5AEA-4AFB-9448-1B1FAA145C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AD42AB-1425-4573-8393-D9A557967E16}" type="pres">
      <dgm:prSet presAssocID="{689D9B13-A9E7-4F97-9CAC-1D11D9929394}" presName="spacer" presStyleCnt="0"/>
      <dgm:spPr/>
    </dgm:pt>
    <dgm:pt modelId="{7B1D00BD-F99E-4CBA-99BE-46FA09009F45}" type="pres">
      <dgm:prSet presAssocID="{FDC62CA6-A652-4C50-8768-13A6054DE2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E1880D-3B72-46B7-B4D8-273FB7FF35B2}" srcId="{373A6E24-DF33-465F-9F09-675C283EDDBA}" destId="{58A52534-5AEA-4AFB-9448-1B1FAA145C54}" srcOrd="2" destOrd="0" parTransId="{547FBF33-65B9-4CA3-A5B3-F246563D01F3}" sibTransId="{689D9B13-A9E7-4F97-9CAC-1D11D9929394}"/>
    <dgm:cxn modelId="{E9291E3F-DBDC-4AA8-9969-BA1973202DAB}" type="presOf" srcId="{F3E86622-FACD-4B8E-AB0E-E9BA17B70A6C}" destId="{92E17740-EEF1-4DF6-ADA7-16A60BB0446C}" srcOrd="0" destOrd="0" presId="urn:microsoft.com/office/officeart/2005/8/layout/vList2"/>
    <dgm:cxn modelId="{61EC8A70-47EE-42C2-A937-26CF1C47835A}" srcId="{373A6E24-DF33-465F-9F09-675C283EDDBA}" destId="{FDC62CA6-A652-4C50-8768-13A6054DE2C4}" srcOrd="3" destOrd="0" parTransId="{20C38A70-BBEA-4CE8-9447-14A89D85B8DC}" sibTransId="{9D60E1B3-2A80-4985-97D0-369E4CA20EB6}"/>
    <dgm:cxn modelId="{7ECCC184-4606-438F-BFD6-B87A337E3063}" type="presOf" srcId="{00D0BBF5-A596-4517-8B0D-7DA62029A30F}" destId="{079E01C5-80EB-4B33-B1E6-0D55FEA15BF1}" srcOrd="0" destOrd="0" presId="urn:microsoft.com/office/officeart/2005/8/layout/vList2"/>
    <dgm:cxn modelId="{9A229D88-DC3F-446B-9B41-9DA2B3AD2BCD}" srcId="{373A6E24-DF33-465F-9F09-675C283EDDBA}" destId="{00D0BBF5-A596-4517-8B0D-7DA62029A30F}" srcOrd="1" destOrd="0" parTransId="{BDDD1238-0B27-4908-BA11-8AC5C1E1D4B5}" sibTransId="{AE3F4311-8B5C-4FDE-82B5-83429D91DC59}"/>
    <dgm:cxn modelId="{C7D1688D-F7A6-41A7-94A7-3D0F319BD7C0}" type="presOf" srcId="{373A6E24-DF33-465F-9F09-675C283EDDBA}" destId="{ADB4D8BA-B21F-4F09-A599-0A4192403855}" srcOrd="0" destOrd="0" presId="urn:microsoft.com/office/officeart/2005/8/layout/vList2"/>
    <dgm:cxn modelId="{E83FE0C0-C367-44B9-855B-21F4BFE02923}" type="presOf" srcId="{58A52534-5AEA-4AFB-9448-1B1FAA145C54}" destId="{BFAED84D-9568-4EC9-B1AB-7C7374805271}" srcOrd="0" destOrd="0" presId="urn:microsoft.com/office/officeart/2005/8/layout/vList2"/>
    <dgm:cxn modelId="{BDF501C4-1CDD-42F0-A99E-ECF03E669668}" srcId="{373A6E24-DF33-465F-9F09-675C283EDDBA}" destId="{F3E86622-FACD-4B8E-AB0E-E9BA17B70A6C}" srcOrd="0" destOrd="0" parTransId="{F905499F-2C41-433C-9CDD-3FA41BC8CF2D}" sibTransId="{6816CB51-F7D9-43F4-8395-35754A03D7EC}"/>
    <dgm:cxn modelId="{FE3361FD-64C3-4344-8432-9024F3130B86}" type="presOf" srcId="{FDC62CA6-A652-4C50-8768-13A6054DE2C4}" destId="{7B1D00BD-F99E-4CBA-99BE-46FA09009F45}" srcOrd="0" destOrd="0" presId="urn:microsoft.com/office/officeart/2005/8/layout/vList2"/>
    <dgm:cxn modelId="{0FD7F89D-4D3F-46D6-AB6F-89230EE4A83E}" type="presParOf" srcId="{ADB4D8BA-B21F-4F09-A599-0A4192403855}" destId="{92E17740-EEF1-4DF6-ADA7-16A60BB0446C}" srcOrd="0" destOrd="0" presId="urn:microsoft.com/office/officeart/2005/8/layout/vList2"/>
    <dgm:cxn modelId="{6FBF23E3-9265-4C96-B81F-0809F4503C86}" type="presParOf" srcId="{ADB4D8BA-B21F-4F09-A599-0A4192403855}" destId="{3EEE0816-9768-4E5E-A4A5-636F91D02D68}" srcOrd="1" destOrd="0" presId="urn:microsoft.com/office/officeart/2005/8/layout/vList2"/>
    <dgm:cxn modelId="{2FE84F6F-77CE-4FAC-8AC0-7636B02C8396}" type="presParOf" srcId="{ADB4D8BA-B21F-4F09-A599-0A4192403855}" destId="{079E01C5-80EB-4B33-B1E6-0D55FEA15BF1}" srcOrd="2" destOrd="0" presId="urn:microsoft.com/office/officeart/2005/8/layout/vList2"/>
    <dgm:cxn modelId="{5CDFF342-3C01-4B73-8290-7F1C698AB474}" type="presParOf" srcId="{ADB4D8BA-B21F-4F09-A599-0A4192403855}" destId="{F90EA7EB-C123-4D63-A18A-11A5BE0D6530}" srcOrd="3" destOrd="0" presId="urn:microsoft.com/office/officeart/2005/8/layout/vList2"/>
    <dgm:cxn modelId="{6F714FC0-6037-43FA-9BFC-1B462E0E79D1}" type="presParOf" srcId="{ADB4D8BA-B21F-4F09-A599-0A4192403855}" destId="{BFAED84D-9568-4EC9-B1AB-7C7374805271}" srcOrd="4" destOrd="0" presId="urn:microsoft.com/office/officeart/2005/8/layout/vList2"/>
    <dgm:cxn modelId="{78DB3111-5EF2-4CA2-B8A2-E835B44B7447}" type="presParOf" srcId="{ADB4D8BA-B21F-4F09-A599-0A4192403855}" destId="{47AD42AB-1425-4573-8393-D9A557967E16}" srcOrd="5" destOrd="0" presId="urn:microsoft.com/office/officeart/2005/8/layout/vList2"/>
    <dgm:cxn modelId="{156D3146-86FE-4909-AEBC-D456C28E8FED}" type="presParOf" srcId="{ADB4D8BA-B21F-4F09-A599-0A4192403855}" destId="{7B1D00BD-F99E-4CBA-99BE-46FA09009F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F52C5-072F-44DA-84D9-85D5AE43AC1E}">
      <dsp:nvSpPr>
        <dsp:cNvPr id="0" name=""/>
        <dsp:cNvSpPr/>
      </dsp:nvSpPr>
      <dsp:spPr>
        <a:xfrm>
          <a:off x="0" y="408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LR(0) stands for:</a:t>
          </a:r>
        </a:p>
      </dsp:txBody>
      <dsp:txXfrm>
        <a:off x="28100" y="68981"/>
        <a:ext cx="8173400" cy="519439"/>
      </dsp:txXfrm>
    </dsp:sp>
    <dsp:sp modelId="{167818D2-E5B4-48FD-B96E-6BE4D649F930}">
      <dsp:nvSpPr>
        <dsp:cNvPr id="0" name=""/>
        <dsp:cNvSpPr/>
      </dsp:nvSpPr>
      <dsp:spPr>
        <a:xfrm>
          <a:off x="0" y="6856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L: Left-to-right scanning</a:t>
          </a:r>
        </a:p>
      </dsp:txBody>
      <dsp:txXfrm>
        <a:off x="28100" y="713741"/>
        <a:ext cx="8173400" cy="519439"/>
      </dsp:txXfrm>
    </dsp:sp>
    <dsp:sp modelId="{40B6BB3D-28B0-4E9F-A0EC-514D9D4FC995}">
      <dsp:nvSpPr>
        <dsp:cNvPr id="0" name=""/>
        <dsp:cNvSpPr/>
      </dsp:nvSpPr>
      <dsp:spPr>
        <a:xfrm>
          <a:off x="0" y="133040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R: Rightmost derivation (in reverse)</a:t>
          </a:r>
        </a:p>
      </dsp:txBody>
      <dsp:txXfrm>
        <a:off x="28100" y="1358501"/>
        <a:ext cx="8173400" cy="519439"/>
      </dsp:txXfrm>
    </dsp:sp>
    <dsp:sp modelId="{7B3B3610-DD90-4776-9355-D7B2B8DAD249}">
      <dsp:nvSpPr>
        <dsp:cNvPr id="0" name=""/>
        <dsp:cNvSpPr/>
      </dsp:nvSpPr>
      <dsp:spPr>
        <a:xfrm>
          <a:off x="0" y="197516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0: Zero lookahead</a:t>
          </a:r>
        </a:p>
      </dsp:txBody>
      <dsp:txXfrm>
        <a:off x="28100" y="2003261"/>
        <a:ext cx="8173400" cy="519439"/>
      </dsp:txXfrm>
    </dsp:sp>
    <dsp:sp modelId="{88050A21-F4D8-40E1-962B-B4FE1D8622EB}">
      <dsp:nvSpPr>
        <dsp:cNvPr id="0" name=""/>
        <dsp:cNvSpPr/>
      </dsp:nvSpPr>
      <dsp:spPr>
        <a:xfrm>
          <a:off x="0" y="261992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Bottom-up parser</a:t>
          </a:r>
        </a:p>
      </dsp:txBody>
      <dsp:txXfrm>
        <a:off x="28100" y="2648021"/>
        <a:ext cx="8173400" cy="519439"/>
      </dsp:txXfrm>
    </dsp:sp>
    <dsp:sp modelId="{3F7E2F2A-28DD-45EE-BABE-B151F3A6D695}">
      <dsp:nvSpPr>
        <dsp:cNvPr id="0" name=""/>
        <dsp:cNvSpPr/>
      </dsp:nvSpPr>
      <dsp:spPr>
        <a:xfrm>
          <a:off x="0" y="32646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Attempts to reduce input to the start symbol</a:t>
          </a:r>
        </a:p>
      </dsp:txBody>
      <dsp:txXfrm>
        <a:off x="28100" y="3292781"/>
        <a:ext cx="8173400" cy="519439"/>
      </dsp:txXfrm>
    </dsp:sp>
    <dsp:sp modelId="{4CD2D936-FF7E-4341-9FD3-6673A6971556}">
      <dsp:nvSpPr>
        <dsp:cNvPr id="0" name=""/>
        <dsp:cNvSpPr/>
      </dsp:nvSpPr>
      <dsp:spPr>
        <a:xfrm>
          <a:off x="0" y="39094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Simple, foundational parser type</a:t>
          </a:r>
        </a:p>
      </dsp:txBody>
      <dsp:txXfrm>
        <a:off x="28100" y="3937541"/>
        <a:ext cx="8173400" cy="5194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4FC20-CF61-4B0E-B8B8-09CD73630045}">
      <dsp:nvSpPr>
        <dsp:cNvPr id="0" name=""/>
        <dsp:cNvSpPr/>
      </dsp:nvSpPr>
      <dsp:spPr>
        <a:xfrm>
          <a:off x="0" y="28416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Add a new production: S' → S</a:t>
          </a:r>
        </a:p>
      </dsp:txBody>
      <dsp:txXfrm>
        <a:off x="39809" y="68225"/>
        <a:ext cx="8149982" cy="735872"/>
      </dsp:txXfrm>
    </dsp:sp>
    <dsp:sp modelId="{97A93DB6-66AF-47B1-B456-5B0C9872A563}">
      <dsp:nvSpPr>
        <dsp:cNvPr id="0" name=""/>
        <dsp:cNvSpPr/>
      </dsp:nvSpPr>
      <dsp:spPr>
        <a:xfrm>
          <a:off x="0" y="941826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Ensures unique starting point for parsing</a:t>
          </a:r>
        </a:p>
      </dsp:txBody>
      <dsp:txXfrm>
        <a:off x="39809" y="981635"/>
        <a:ext cx="8149982" cy="735872"/>
      </dsp:txXfrm>
    </dsp:sp>
    <dsp:sp modelId="{1779AD77-5EEE-4D69-87CB-1E8A589DCBD8}">
      <dsp:nvSpPr>
        <dsp:cNvPr id="0" name=""/>
        <dsp:cNvSpPr/>
      </dsp:nvSpPr>
      <dsp:spPr>
        <a:xfrm>
          <a:off x="0" y="1855236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Example:</a:t>
          </a:r>
        </a:p>
      </dsp:txBody>
      <dsp:txXfrm>
        <a:off x="39809" y="1895045"/>
        <a:ext cx="8149982" cy="735872"/>
      </dsp:txXfrm>
    </dsp:sp>
    <dsp:sp modelId="{4DE49A1C-8FE2-4247-9660-F8930669EAF5}">
      <dsp:nvSpPr>
        <dsp:cNvPr id="0" name=""/>
        <dsp:cNvSpPr/>
      </dsp:nvSpPr>
      <dsp:spPr>
        <a:xfrm>
          <a:off x="0" y="2768646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Original: S → aA</a:t>
          </a:r>
        </a:p>
      </dsp:txBody>
      <dsp:txXfrm>
        <a:off x="39809" y="2808455"/>
        <a:ext cx="8149982" cy="735872"/>
      </dsp:txXfrm>
    </dsp:sp>
    <dsp:sp modelId="{1DAABE61-E30F-445B-AA8B-E6FCF2D4DD1A}">
      <dsp:nvSpPr>
        <dsp:cNvPr id="0" name=""/>
        <dsp:cNvSpPr/>
      </dsp:nvSpPr>
      <dsp:spPr>
        <a:xfrm>
          <a:off x="0" y="3682056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Augmented: S' → S</a:t>
          </a:r>
        </a:p>
      </dsp:txBody>
      <dsp:txXfrm>
        <a:off x="39809" y="3721865"/>
        <a:ext cx="8149982" cy="735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822E38-B4F0-46A9-A3D2-41AA91591282}">
      <dsp:nvSpPr>
        <dsp:cNvPr id="0" name=""/>
        <dsp:cNvSpPr/>
      </dsp:nvSpPr>
      <dsp:spPr>
        <a:xfrm>
          <a:off x="0" y="466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production with a dot (•) indicating parser progress</a:t>
          </a:r>
        </a:p>
      </dsp:txBody>
      <dsp:txXfrm>
        <a:off x="32784" y="79425"/>
        <a:ext cx="8164032" cy="606012"/>
      </dsp:txXfrm>
    </dsp:sp>
    <dsp:sp modelId="{B1D91040-EB97-43B9-BBF5-168DAC89473C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Example: A → aB</a:t>
          </a:r>
        </a:p>
      </dsp:txBody>
      <dsp:txXfrm>
        <a:off x="32784" y="831645"/>
        <a:ext cx="8164032" cy="606012"/>
      </dsp:txXfrm>
    </dsp:sp>
    <dsp:sp modelId="{EEC6E7EF-81D8-4480-86C5-4A496E92964C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Items:</a:t>
          </a:r>
        </a:p>
      </dsp:txBody>
      <dsp:txXfrm>
        <a:off x="32784" y="1583865"/>
        <a:ext cx="8164032" cy="606012"/>
      </dsp:txXfrm>
    </dsp:sp>
    <dsp:sp modelId="{4AB269C0-A1D3-435D-8D87-78D26D2629D5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A → •aB</a:t>
          </a:r>
        </a:p>
      </dsp:txBody>
      <dsp:txXfrm>
        <a:off x="32784" y="2336085"/>
        <a:ext cx="8164032" cy="606012"/>
      </dsp:txXfrm>
    </dsp:sp>
    <dsp:sp modelId="{1F697562-9BC8-47B5-863B-F59050969FD8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A → a•B</a:t>
          </a:r>
        </a:p>
      </dsp:txBody>
      <dsp:txXfrm>
        <a:off x="32784" y="3088305"/>
        <a:ext cx="8164032" cy="606012"/>
      </dsp:txXfrm>
    </dsp:sp>
    <dsp:sp modelId="{A56C0D60-7598-4E2A-B635-77777F70BEAF}">
      <dsp:nvSpPr>
        <dsp:cNvPr id="0" name=""/>
        <dsp:cNvSpPr/>
      </dsp:nvSpPr>
      <dsp:spPr>
        <a:xfrm>
          <a:off x="0" y="38077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A → aB•</a:t>
          </a:r>
        </a:p>
      </dsp:txBody>
      <dsp:txXfrm>
        <a:off x="32784" y="3840525"/>
        <a:ext cx="8164032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3E651-49AE-432E-98DF-42AD98EFEB3C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If dot is before a non-terminal B, include all productions of B starting with a dot</a:t>
          </a:r>
        </a:p>
      </dsp:txBody>
      <dsp:txXfrm>
        <a:off x="50489" y="132590"/>
        <a:ext cx="8128622" cy="933302"/>
      </dsp:txXfrm>
    </dsp:sp>
    <dsp:sp modelId="{547DBC88-CE90-4759-A149-5884F4FA9F81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Example:</a:t>
          </a:r>
        </a:p>
      </dsp:txBody>
      <dsp:txXfrm>
        <a:off x="50489" y="1241750"/>
        <a:ext cx="8128622" cy="933302"/>
      </dsp:txXfrm>
    </dsp:sp>
    <dsp:sp modelId="{FA552A45-E6B4-4302-AB17-D8C74A0E6073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Item: A → •B</a:t>
          </a:r>
        </a:p>
      </dsp:txBody>
      <dsp:txXfrm>
        <a:off x="50489" y="2350910"/>
        <a:ext cx="8128622" cy="933302"/>
      </dsp:txXfrm>
    </dsp:sp>
    <dsp:sp modelId="{2A89EEF1-188B-4CBC-89CB-CE0EC9AF0990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If B → bC, add B → •bC to closure</a:t>
          </a:r>
        </a:p>
      </dsp:txBody>
      <dsp:txXfrm>
        <a:off x="50489" y="3460070"/>
        <a:ext cx="8128622" cy="9333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19825-94DC-4B49-BA4D-1E9FE489E4C1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Move the dot over a grammar symbol (terminal or non-terminal)</a:t>
          </a:r>
        </a:p>
      </dsp:txBody>
      <dsp:txXfrm>
        <a:off x="50489" y="132590"/>
        <a:ext cx="8128622" cy="933302"/>
      </dsp:txXfrm>
    </dsp:sp>
    <dsp:sp modelId="{3DA3613D-AFD2-4B35-8D11-F6D7E36A99FE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Then compute closure of the new item set</a:t>
          </a:r>
        </a:p>
      </dsp:txBody>
      <dsp:txXfrm>
        <a:off x="50489" y="1241750"/>
        <a:ext cx="8128622" cy="933302"/>
      </dsp:txXfrm>
    </dsp:sp>
    <dsp:sp modelId="{67BED471-39E5-44C0-AAFA-3DD8134E0B6F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Example:</a:t>
          </a:r>
        </a:p>
      </dsp:txBody>
      <dsp:txXfrm>
        <a:off x="50489" y="2350910"/>
        <a:ext cx="8128622" cy="933302"/>
      </dsp:txXfrm>
    </dsp:sp>
    <dsp:sp modelId="{06258F10-65F7-4680-8A66-73FCCD20E954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From A → •aB, GOTO on 'a' → A → a•B</a:t>
          </a:r>
        </a:p>
      </dsp:txBody>
      <dsp:txXfrm>
        <a:off x="50489" y="3460070"/>
        <a:ext cx="8128622" cy="9333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17740-EEF1-4DF6-ADA7-16A60BB0446C}">
      <dsp:nvSpPr>
        <dsp:cNvPr id="0" name=""/>
        <dsp:cNvSpPr/>
      </dsp:nvSpPr>
      <dsp:spPr>
        <a:xfrm>
          <a:off x="0" y="485121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Start from closure of S' → •S</a:t>
          </a:r>
        </a:p>
      </dsp:txBody>
      <dsp:txXfrm>
        <a:off x="39809" y="524930"/>
        <a:ext cx="8149982" cy="735872"/>
      </dsp:txXfrm>
    </dsp:sp>
    <dsp:sp modelId="{079E01C5-80EB-4B33-B1E6-0D55FEA15BF1}">
      <dsp:nvSpPr>
        <dsp:cNvPr id="0" name=""/>
        <dsp:cNvSpPr/>
      </dsp:nvSpPr>
      <dsp:spPr>
        <a:xfrm>
          <a:off x="0" y="1398531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Use GOTO repeatedly</a:t>
          </a:r>
        </a:p>
      </dsp:txBody>
      <dsp:txXfrm>
        <a:off x="39809" y="1438340"/>
        <a:ext cx="8149982" cy="735872"/>
      </dsp:txXfrm>
    </dsp:sp>
    <dsp:sp modelId="{BFAED84D-9568-4EC9-B1AB-7C7374805271}">
      <dsp:nvSpPr>
        <dsp:cNvPr id="0" name=""/>
        <dsp:cNvSpPr/>
      </dsp:nvSpPr>
      <dsp:spPr>
        <a:xfrm>
          <a:off x="0" y="2311941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Each set = DFA state</a:t>
          </a:r>
        </a:p>
      </dsp:txBody>
      <dsp:txXfrm>
        <a:off x="39809" y="2351750"/>
        <a:ext cx="8149982" cy="735872"/>
      </dsp:txXfrm>
    </dsp:sp>
    <dsp:sp modelId="{7B1D00BD-F99E-4CBA-99BE-46FA09009F45}">
      <dsp:nvSpPr>
        <dsp:cNvPr id="0" name=""/>
        <dsp:cNvSpPr/>
      </dsp:nvSpPr>
      <dsp:spPr>
        <a:xfrm>
          <a:off x="0" y="3225351"/>
          <a:ext cx="8229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State diagram example will be shown below.</a:t>
          </a:r>
        </a:p>
      </dsp:txBody>
      <dsp:txXfrm>
        <a:off x="39809" y="3265160"/>
        <a:ext cx="8149982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9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5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8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4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8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9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5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5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6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3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6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3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6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3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6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3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6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3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6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7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1" y="-22693"/>
            <a:ext cx="9143998" cy="4374129"/>
          </a:xfrm>
          <a:prstGeom prst="rect"/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8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>
            <a:off x="2384720" y="-2407841"/>
            <a:ext cx="4374557" cy="9144000"/>
          </a:xfrm>
          <a:prstGeom prst="rect"/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9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>
            <a:off x="2555756" y="-2236808"/>
            <a:ext cx="4374128" cy="8802359"/>
          </a:xfrm>
          <a:prstGeom prst="rect"/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0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-3" y="-22690"/>
            <a:ext cx="6406863" cy="4374126"/>
          </a:xfrm>
          <a:prstGeom prst="rect"/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1" name="Freeform: Shap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/>
          </a:p>
        </p:txBody>
      </p:sp>
      <p:sp>
        <p:nvSpPr>
          <p:cNvPr id="1048592" name="Title 1"/>
          <p:cNvSpPr>
            <a:spLocks noGrp="1"/>
          </p:cNvSpPr>
          <p:nvPr>
            <p:ph type="ctrTitle"/>
          </p:nvPr>
        </p:nvSpPr>
        <p:spPr>
          <a:xfrm>
            <a:off x="341640" y="1751106"/>
            <a:ext cx="7540322" cy="966694"/>
          </a:xfrm>
        </p:spPr>
        <p:txBody>
          <a:bodyPr anchor="b">
            <a:normAutofit/>
          </a:bodyPr>
          <a:p>
            <a:pPr algn="l"/>
            <a:r>
              <a:rPr b="1" dirty="0" sz="4800" lang="en-US">
                <a:solidFill>
                  <a:srgbClr val="FFFFFF"/>
                </a:solidFill>
              </a:rPr>
              <a:t>LR(0) Parser</a:t>
            </a:r>
          </a:p>
        </p:txBody>
      </p:sp>
      <p:sp>
        <p:nvSpPr>
          <p:cNvPr id="1048593" name="Subtitle 2"/>
          <p:cNvSpPr>
            <a:spLocks noGrp="1"/>
          </p:cNvSpPr>
          <p:nvPr>
            <p:ph type="subTitle" idx="1"/>
          </p:nvPr>
        </p:nvSpPr>
        <p:spPr>
          <a:xfrm>
            <a:off x="377499" y="2717800"/>
            <a:ext cx="7504463" cy="1458258"/>
          </a:xfrm>
        </p:spPr>
        <p:txBody>
          <a:bodyPr anchor="ctr">
            <a:normAutofit/>
          </a:bodyPr>
          <a:p>
            <a:pPr algn="l"/>
            <a:r>
              <a:rPr dirty="0" sz="3000" lang="en-US">
                <a:solidFill>
                  <a:schemeClr val="bg1"/>
                </a:solidFill>
              </a:rPr>
              <a:t>Understanding the Basics of LR(0) Parsing</a:t>
            </a:r>
          </a:p>
        </p:txBody>
      </p:sp>
      <p:sp>
        <p:nvSpPr>
          <p:cNvPr id="1048594" name="Subtitle 2"/>
          <p:cNvSpPr txBox="1"/>
          <p:nvPr/>
        </p:nvSpPr>
        <p:spPr>
          <a:xfrm>
            <a:off x="341640" y="4695084"/>
            <a:ext cx="8345160" cy="1458258"/>
          </a:xfrm>
          <a:prstGeom prst="rect"/>
        </p:spPr>
        <p:txBody>
          <a:bodyPr anchor="ctr" bIns="45720" lIns="91440" rIns="91440" rtlCol="0" tIns="45720" vert="horz">
            <a:normAutofit lnSpcReduction="10000"/>
          </a:bodyPr>
          <a:lstStyle>
            <a:lvl1pPr algn="ctr" defTabSz="457200" eaLnBrk="1" hangingPunct="1" indent="0" latinLnBrk="0" marL="0" rtl="0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ctr" defTabSz="457200" eaLnBrk="1" hangingPunct="1" indent="0" latinLnBrk="0" marL="457200" rtl="0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ctr" defTabSz="457200" eaLnBrk="1" hangingPunct="1" indent="0" latinLnBrk="0" marL="914400" rtl="0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 defTabSz="457200" eaLnBrk="1" hangingPunct="1" indent="0" latinLnBrk="0" marL="1371600" rtl="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ctr" defTabSz="457200" eaLnBrk="1" hangingPunct="1" indent="0" latinLnBrk="0" marL="1828800" rtl="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ctr" defTabSz="457200" eaLnBrk="1" hangingPunct="1" indent="0" latinLnBrk="0" marL="2286000" rtl="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ctr" defTabSz="457200" eaLnBrk="1" hangingPunct="1" indent="0" latinLnBrk="0" marL="2743200" rtl="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ctr" defTabSz="457200" eaLnBrk="1" hangingPunct="1" indent="0" latinLnBrk="0" marL="3200400" rtl="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ctr" defTabSz="457200" eaLnBrk="1" hangingPunct="1" indent="0" latinLnBrk="0" marL="3657600" rtl="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dirty="0" sz="3000" lang="en-US">
                <a:solidFill>
                  <a:schemeClr val="tx1"/>
                </a:solidFill>
              </a:rPr>
              <a:t>Presented by: Husnain Momin, Faizan Imran, Ali Ijaz, Hassan Nawaz, Bisma Arooj, Miraal Junaid, </a:t>
            </a:r>
            <a:r>
              <a:rPr dirty="0" sz="3000" lang="en-US" err="1">
                <a:solidFill>
                  <a:schemeClr val="tx1"/>
                </a:solidFill>
              </a:rPr>
              <a:t>Zineera</a:t>
            </a:r>
            <a:r>
              <a:rPr dirty="0" sz="3000" lang="en-US">
                <a:solidFill>
                  <a:schemeClr val="tx1"/>
                </a:solidFill>
              </a:rPr>
              <a:t> Rehman</a:t>
            </a:r>
            <a:r>
              <a:rPr dirty="0" sz="3000" lang="en-US">
                <a:solidFill>
                  <a:schemeClr val="tx1"/>
                </a:solidFill>
              </a:rPr>
              <a:t>,</a:t>
            </a:r>
            <a:r>
              <a:rPr dirty="0" sz="3000" lang="en-US">
                <a:solidFill>
                  <a:schemeClr val="tx1"/>
                </a:solidFill>
              </a:rPr>
              <a:t> </a:t>
            </a:r>
            <a:r>
              <a:rPr dirty="0" sz="3000" lang="en-US">
                <a:solidFill>
                  <a:schemeClr val="tx1"/>
                </a:solidFill>
              </a:rPr>
              <a:t>E</a:t>
            </a:r>
            <a:r>
              <a:rPr dirty="0" sz="3000" lang="en-US">
                <a:solidFill>
                  <a:schemeClr val="tx1"/>
                </a:solidFill>
              </a:rPr>
              <a:t>s</a:t>
            </a:r>
            <a:r>
              <a:rPr dirty="0" sz="3000" lang="en-US">
                <a:solidFill>
                  <a:schemeClr val="tx1"/>
                </a:solidFill>
              </a:rPr>
              <a:t>h</a:t>
            </a:r>
            <a:r>
              <a:rPr dirty="0" sz="3000" lang="en-US">
                <a:solidFill>
                  <a:schemeClr val="tx1"/>
                </a:solidFill>
              </a:rPr>
              <a:t>a</a:t>
            </a:r>
            <a:r>
              <a:rPr dirty="0" sz="3000" lang="en-US">
                <a:solidFill>
                  <a:schemeClr val="tx1"/>
                </a:solidFill>
              </a:rPr>
              <a:t> </a:t>
            </a:r>
            <a:r>
              <a:rPr dirty="0" sz="3000" lang="en-US">
                <a:solidFill>
                  <a:schemeClr val="tx1"/>
                </a:solidFill>
              </a:rPr>
              <a:t>F</a:t>
            </a:r>
            <a:r>
              <a:rPr dirty="0" sz="3000" lang="en-US">
                <a:solidFill>
                  <a:schemeClr val="tx1"/>
                </a:solidFill>
              </a:rPr>
              <a:t>a</a:t>
            </a:r>
            <a:r>
              <a:rPr dirty="0" sz="3000" lang="en-US">
                <a:solidFill>
                  <a:schemeClr val="tx1"/>
                </a:solidFill>
              </a:rPr>
              <a:t>t</a:t>
            </a:r>
            <a:r>
              <a:rPr dirty="0" sz="3000" lang="en-US">
                <a:solidFill>
                  <a:schemeClr val="tx1"/>
                </a:solidFill>
              </a:rPr>
              <a:t>i</a:t>
            </a:r>
            <a:r>
              <a:rPr dirty="0" sz="3000" lang="en-US">
                <a:solidFill>
                  <a:schemeClr val="tx1"/>
                </a:solidFill>
              </a:rPr>
              <a:t>m</a:t>
            </a:r>
            <a:r>
              <a:rPr dirty="0" sz="3000" lang="en-US">
                <a:solidFill>
                  <a:schemeClr val="tx1"/>
                </a:solidFill>
              </a:rPr>
              <a:t>a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What is an LR(0) Parser?</a:t>
            </a:r>
          </a:p>
        </p:txBody>
      </p:sp>
      <p:graphicFrame>
        <p:nvGraphicFramePr>
          <p:cNvPr id="4194304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Augmenting the Grammar</a:t>
            </a:r>
          </a:p>
        </p:txBody>
      </p:sp>
      <p:graphicFrame>
        <p:nvGraphicFramePr>
          <p:cNvPr id="4194305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LR(0) Items</a:t>
            </a:r>
          </a:p>
        </p:txBody>
      </p:sp>
      <p:graphicFrame>
        <p:nvGraphicFramePr>
          <p:cNvPr id="4194306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Closure Operation</a:t>
            </a:r>
          </a:p>
        </p:txBody>
      </p:sp>
      <p:graphicFrame>
        <p:nvGraphicFramePr>
          <p:cNvPr id="4194307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GOTO Operation</a:t>
            </a:r>
          </a:p>
        </p:txBody>
      </p:sp>
      <p:graphicFrame>
        <p:nvGraphicFramePr>
          <p:cNvPr id="4194308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Canonical Collection of States</a:t>
            </a:r>
          </a:p>
        </p:txBody>
      </p:sp>
      <p:graphicFrame>
        <p:nvGraphicFramePr>
          <p:cNvPr id="4194309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06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07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 flipH="1">
            <a:off x="-1922632" y="1922631"/>
            <a:ext cx="6875818" cy="3030558"/>
          </a:xfrm>
          <a:prstGeom prst="rect"/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08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>
            <a:off x="-663321" y="3165298"/>
            <a:ext cx="4355594" cy="3028952"/>
          </a:xfrm>
          <a:prstGeom prst="rect"/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09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 flipH="1">
            <a:off x="-1742858" y="2085760"/>
            <a:ext cx="6857572" cy="2686051"/>
          </a:xfrm>
          <a:prstGeom prst="rect"/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10" name="Freeform: Shap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/>
          </a:p>
        </p:txBody>
      </p:sp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508477" y="2780553"/>
            <a:ext cx="2160621" cy="3071906"/>
          </a:xfrm>
        </p:spPr>
        <p:txBody>
          <a:bodyPr anchor="t" bIns="45720" lIns="91440" rIns="91440" rtlCol="0" tIns="45720" vert="horz">
            <a:normAutofit/>
          </a:bodyPr>
          <a:p>
            <a:pPr algn="l" defTabSz="914400">
              <a:lnSpc>
                <a:spcPct val="90000"/>
              </a:lnSpc>
            </a:pPr>
            <a:r>
              <a:rPr sz="3500" kern="1200" lang="en-US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Question</a:t>
            </a:r>
          </a:p>
        </p:txBody>
      </p:sp>
      <p:pic>
        <p:nvPicPr>
          <p:cNvPr id="2097152" name="Content Placeholder 4" descr="A notebook with writing on it  AI-generated content may be incorrect.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rcRect b="51103"/>
          <a:stretch>
            <a:fillRect/>
          </a:stretch>
        </p:blipFill>
        <p:spPr>
          <a:xfrm>
            <a:off x="3028952" y="10459"/>
            <a:ext cx="6115048" cy="6847111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12" name="Rectangle 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13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 flipH="1">
            <a:off x="-1922632" y="1922631"/>
            <a:ext cx="6875818" cy="3030558"/>
          </a:xfrm>
          <a:prstGeom prst="rect"/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14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>
            <a:off x="-663321" y="3165298"/>
            <a:ext cx="4355594" cy="3028952"/>
          </a:xfrm>
          <a:prstGeom prst="rect"/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15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 flipH="1">
            <a:off x="-1742858" y="2085760"/>
            <a:ext cx="6857572" cy="2686051"/>
          </a:xfrm>
          <a:prstGeom prst="rect"/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16" name="Freeform: Shap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/>
          </a:p>
        </p:txBody>
      </p:sp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anchor="t" bIns="45720" lIns="91440" rIns="91440" rtlCol="0" tIns="45720" vert="horz">
            <a:normAutofit/>
          </a:bodyPr>
          <a:p>
            <a:pPr algn="l" defTabSz="914400">
              <a:lnSpc>
                <a:spcPct val="90000"/>
              </a:lnSpc>
            </a:pPr>
            <a:r>
              <a:rPr sz="3500" kern="1200" lang="en-US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Question</a:t>
            </a:r>
          </a:p>
        </p:txBody>
      </p:sp>
      <p:pic>
        <p:nvPicPr>
          <p:cNvPr id="2097153" name="Picture 2" descr="A notebook with writing on it  AI-generated content may be incorrect.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10260" t="46275" r="2942" b="10588"/>
          <a:stretch>
            <a:fillRect/>
          </a:stretch>
        </p:blipFill>
        <p:spPr>
          <a:xfrm>
            <a:off x="3028952" y="1"/>
            <a:ext cx="6115048" cy="685757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18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19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 flipH="1">
            <a:off x="-1922632" y="1922631"/>
            <a:ext cx="6875818" cy="3030558"/>
          </a:xfrm>
          <a:prstGeom prst="rect"/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0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>
            <a:off x="-663321" y="3165298"/>
            <a:ext cx="4355594" cy="3028952"/>
          </a:xfrm>
          <a:prstGeom prst="rect"/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1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 flipH="1">
            <a:off x="-1742858" y="2085760"/>
            <a:ext cx="6857572" cy="2686051"/>
          </a:xfrm>
          <a:prstGeom prst="rect"/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2" name="Freeform: Shap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anchor="t" bIns="45720" lIns="91440" rIns="91440" rtlCol="0" tIns="45720" vert="horz">
            <a:normAutofit/>
          </a:bodyPr>
          <a:p>
            <a:pPr algn="l" defTabSz="914400">
              <a:lnSpc>
                <a:spcPct val="90000"/>
              </a:lnSpc>
            </a:pPr>
            <a:r>
              <a:rPr sz="3500" kern="1200" lang="en-US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Question</a:t>
            </a:r>
          </a:p>
        </p:txBody>
      </p:sp>
      <p:pic>
        <p:nvPicPr>
          <p:cNvPr id="2097154" name="Picture 4" descr="A piece of paper with writing on it  AI-generated content may be incorrect.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13922" t="7647" r="12092" b="41765"/>
          <a:stretch>
            <a:fillRect/>
          </a:stretch>
        </p:blipFill>
        <p:spPr>
          <a:xfrm>
            <a:off x="3028952" y="0"/>
            <a:ext cx="6115048" cy="6857571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24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5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 flipH="1">
            <a:off x="-1922632" y="1922631"/>
            <a:ext cx="6875818" cy="3030558"/>
          </a:xfrm>
          <a:prstGeom prst="rect"/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6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>
            <a:off x="-663321" y="3165298"/>
            <a:ext cx="4355594" cy="3028952"/>
          </a:xfrm>
          <a:prstGeom prst="rect"/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7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 flipH="1">
            <a:off x="-1742858" y="2085760"/>
            <a:ext cx="6857572" cy="2686051"/>
          </a:xfrm>
          <a:prstGeom prst="rect"/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8" name="Freeform: Shap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/>
          </a:p>
        </p:txBody>
      </p:sp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anchor="t" bIns="45720" lIns="91440" rIns="91440" rtlCol="0" tIns="45720" vert="horz">
            <a:normAutofit/>
          </a:bodyPr>
          <a:p>
            <a:pPr algn="l" defTabSz="914400">
              <a:lnSpc>
                <a:spcPct val="90000"/>
              </a:lnSpc>
            </a:pPr>
            <a:r>
              <a:rPr sz="3500" kern="1200" lang="en-US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Question</a:t>
            </a:r>
          </a:p>
        </p:txBody>
      </p:sp>
      <p:pic>
        <p:nvPicPr>
          <p:cNvPr id="2097155" name="Picture 3" descr="A notebook with writing on it  AI-generated content may be incorrect.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14706" t="4005" r="10261" b="36667"/>
          <a:stretch>
            <a:fillRect/>
          </a:stretch>
        </p:blipFill>
        <p:spPr>
          <a:xfrm>
            <a:off x="3028951" y="0"/>
            <a:ext cx="6115049" cy="6844551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30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1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 flipH="1">
            <a:off x="-1922632" y="1922631"/>
            <a:ext cx="6875818" cy="3030558"/>
          </a:xfrm>
          <a:prstGeom prst="rect"/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32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>
            <a:off x="-663321" y="3165298"/>
            <a:ext cx="4355594" cy="3028952"/>
          </a:xfrm>
          <a:prstGeom prst="rect"/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3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 flipH="1">
            <a:off x="-1742858" y="2085760"/>
            <a:ext cx="6857572" cy="2686051"/>
          </a:xfrm>
          <a:prstGeom prst="rect"/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34" name="Freeform: Shap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dirty="0" lang="en-US"/>
          </a:p>
        </p:txBody>
      </p:sp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anchor="t" bIns="45720" lIns="91440" rIns="91440" rtlCol="0" tIns="45720" vert="horz">
            <a:normAutofit/>
          </a:bodyPr>
          <a:p>
            <a:pPr algn="l" defTabSz="914400">
              <a:lnSpc>
                <a:spcPct val="90000"/>
              </a:lnSpc>
            </a:pPr>
            <a:r>
              <a:rPr sz="3500" kern="1200" lang="en-US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Question</a:t>
            </a:r>
          </a:p>
        </p:txBody>
      </p:sp>
      <p:pic>
        <p:nvPicPr>
          <p:cNvPr id="2097156" name="Picture 4" descr="A notebook with writing on it  AI-generated content may be incorrect.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12743" t="61372" r="10016" b="1569"/>
          <a:stretch>
            <a:fillRect/>
          </a:stretch>
        </p:blipFill>
        <p:spPr>
          <a:xfrm>
            <a:off x="3030556" y="1"/>
            <a:ext cx="6113444" cy="6857570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36" name="Rectangle 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7" name="Rectangle 1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-427"/>
            <a:ext cx="9144000" cy="6858000"/>
          </a:xfrm>
          <a:prstGeom prst="rect"/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8" name="Rectangle 2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 flipH="1">
            <a:off x="341640" y="-1720"/>
            <a:ext cx="8812530" cy="6840685"/>
          </a:xfrm>
          <a:prstGeom prst="rect"/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9" name="Rectangle 2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6454540" y="-1291"/>
            <a:ext cx="2706134" cy="6858864"/>
          </a:xfrm>
          <a:prstGeom prst="rect"/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0" name="Oval 2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5274173">
            <a:off x="3923854" y="1402819"/>
            <a:ext cx="4967533" cy="3741293"/>
          </a:xfrm>
          <a:prstGeom prst="ellipse"/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41" name="Title 1"/>
          <p:cNvSpPr>
            <a:spLocks noGrp="1"/>
          </p:cNvSpPr>
          <p:nvPr>
            <p:ph type="ctrTitle"/>
          </p:nvPr>
        </p:nvSpPr>
        <p:spPr>
          <a:xfrm>
            <a:off x="2098406" y="2109408"/>
            <a:ext cx="4947184" cy="2026692"/>
          </a:xfrm>
        </p:spPr>
        <p:txBody>
          <a:bodyPr>
            <a:normAutofit/>
          </a:bodyPr>
          <a:p>
            <a:r>
              <a:rPr b="1" dirty="0" sz="6000" lang="en-US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048642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 flipH="1">
            <a:off x="4735" y="4480038"/>
            <a:ext cx="9134528" cy="2377962"/>
          </a:xfrm>
          <a:prstGeom prst="rect"/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3" name="Content Placeholder 2"/>
          <p:cNvSpPr>
            <a:spLocks noGrp="1"/>
          </p:cNvSpPr>
          <p:nvPr>
            <p:ph type="subTitle" idx="1"/>
          </p:nvPr>
        </p:nvSpPr>
        <p:spPr>
          <a:xfrm>
            <a:off x="1549950" y="3428141"/>
            <a:ext cx="6044095" cy="764552"/>
          </a:xfrm>
        </p:spPr>
        <p:txBody>
          <a:bodyPr>
            <a:normAutofit/>
          </a:bodyPr>
          <a:p>
            <a:pPr algn="r" indent="0" marL="0">
              <a:buNone/>
            </a:pPr>
            <a:r>
              <a:rPr dirty="0" lang="en-US">
                <a:solidFill>
                  <a:srgbClr val="FFFFFF"/>
                </a:solidFill>
              </a:rPr>
              <a:t>Any Question related to the topic?</a:t>
            </a:r>
          </a:p>
        </p:txBody>
      </p:sp>
      <p:sp>
        <p:nvSpPr>
          <p:cNvPr id="1048644" name="Rectangle 1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 flipH="1">
            <a:off x="4368117" y="2081692"/>
            <a:ext cx="6857572" cy="2694194"/>
          </a:xfrm>
          <a:prstGeom prst="rect"/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RMX3201</dc:creator>
  <cp:lastModifiedBy>Hassan Nawaz Cheema</cp:lastModifiedBy>
  <dcterms:created xsi:type="dcterms:W3CDTF">2013-01-26T23:14:16Z</dcterms:created>
  <dcterms:modified xsi:type="dcterms:W3CDTF">2025-06-11T20:15:14Z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b6c19e0543a841bd9f7f1dcc38f03f3b</vt:lpwstr>
  </property>
</Properties>
</file>